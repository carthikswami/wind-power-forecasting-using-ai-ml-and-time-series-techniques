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1" r:id="rId1"/>
  </p:sldMasterIdLst>
  <p:notesMasterIdLst>
    <p:notesMasterId r:id="rId31"/>
  </p:notesMasterIdLst>
  <p:sldIdLst>
    <p:sldId id="293" r:id="rId2"/>
    <p:sldId id="295" r:id="rId3"/>
    <p:sldId id="294" r:id="rId4"/>
    <p:sldId id="296" r:id="rId5"/>
    <p:sldId id="297" r:id="rId6"/>
    <p:sldId id="319" r:id="rId7"/>
    <p:sldId id="320" r:id="rId8"/>
    <p:sldId id="321" r:id="rId9"/>
    <p:sldId id="298" r:id="rId10"/>
    <p:sldId id="301" r:id="rId11"/>
    <p:sldId id="302" r:id="rId12"/>
    <p:sldId id="304" r:id="rId13"/>
    <p:sldId id="303" r:id="rId14"/>
    <p:sldId id="305" r:id="rId15"/>
    <p:sldId id="306" r:id="rId16"/>
    <p:sldId id="308" r:id="rId17"/>
    <p:sldId id="307" r:id="rId18"/>
    <p:sldId id="309" r:id="rId19"/>
    <p:sldId id="299" r:id="rId20"/>
    <p:sldId id="316" r:id="rId21"/>
    <p:sldId id="323" r:id="rId22"/>
    <p:sldId id="315" r:id="rId23"/>
    <p:sldId id="311" r:id="rId24"/>
    <p:sldId id="312" r:id="rId25"/>
    <p:sldId id="313" r:id="rId26"/>
    <p:sldId id="314" r:id="rId27"/>
    <p:sldId id="317" r:id="rId28"/>
    <p:sldId id="300" r:id="rId29"/>
    <p:sldId id="322" r:id="rId30"/>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521415D9-36F7-43E2-AB2F-B90AF26B5E84}">
      <p14:sectionLst xmlns:p14="http://schemas.microsoft.com/office/powerpoint/2010/main">
        <p14:section name="Outline" id="{B1A69F2B-7C19-784E-A076-0BFA30D84D9B}">
          <p14:sldIdLst>
            <p14:sldId id="293"/>
            <p14:sldId id="295"/>
            <p14:sldId id="294"/>
            <p14:sldId id="296"/>
            <p14:sldId id="297"/>
            <p14:sldId id="319"/>
            <p14:sldId id="320"/>
            <p14:sldId id="321"/>
            <p14:sldId id="298"/>
            <p14:sldId id="301"/>
            <p14:sldId id="302"/>
            <p14:sldId id="304"/>
            <p14:sldId id="303"/>
            <p14:sldId id="305"/>
            <p14:sldId id="306"/>
            <p14:sldId id="308"/>
            <p14:sldId id="307"/>
            <p14:sldId id="309"/>
            <p14:sldId id="299"/>
            <p14:sldId id="316"/>
            <p14:sldId id="323"/>
            <p14:sldId id="315"/>
            <p14:sldId id="311"/>
            <p14:sldId id="312"/>
            <p14:sldId id="313"/>
            <p14:sldId id="314"/>
            <p14:sldId id="317"/>
            <p14:sldId id="300"/>
            <p14:sldId id="32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B311B1-26B3-4799-8EF0-951D15BA8C99}" v="52" dt="2022-04-25T20:59:32.2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86"/>
    <p:restoredTop sz="93973"/>
  </p:normalViewPr>
  <p:slideViewPr>
    <p:cSldViewPr>
      <p:cViewPr>
        <p:scale>
          <a:sx n="94" d="100"/>
          <a:sy n="94" d="100"/>
        </p:scale>
        <p:origin x="1584" y="-9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 userId="933ce4b9-d23a-4ff8-8313-d7477966b0a5" providerId="ADAL" clId="{A5CEC060-A345-4090-AFBA-EB2268F131C0}"/>
    <pc:docChg chg="custSel modSld">
      <pc:chgData name="Jon" userId="933ce4b9-d23a-4ff8-8313-d7477966b0a5" providerId="ADAL" clId="{A5CEC060-A345-4090-AFBA-EB2268F131C0}" dt="2020-03-11T14:35:08.220" v="55"/>
      <pc:docMkLst>
        <pc:docMk/>
      </pc:docMkLst>
      <pc:sldChg chg="modSp mod">
        <pc:chgData name="Jon" userId="933ce4b9-d23a-4ff8-8313-d7477966b0a5" providerId="ADAL" clId="{A5CEC060-A345-4090-AFBA-EB2268F131C0}" dt="2020-03-11T14:34:24.524" v="42" actId="20577"/>
        <pc:sldMkLst>
          <pc:docMk/>
          <pc:sldMk cId="1357864738" sldId="293"/>
        </pc:sldMkLst>
        <pc:spChg chg="mod">
          <ac:chgData name="Jon" userId="933ce4b9-d23a-4ff8-8313-d7477966b0a5" providerId="ADAL" clId="{A5CEC060-A345-4090-AFBA-EB2268F131C0}" dt="2020-03-11T14:33:47.529" v="29" actId="20577"/>
          <ac:spMkLst>
            <pc:docMk/>
            <pc:sldMk cId="1357864738" sldId="293"/>
            <ac:spMk id="3" creationId="{8909D288-40F3-8B44-BB4B-256DB0600710}"/>
          </ac:spMkLst>
        </pc:spChg>
        <pc:spChg chg="mod">
          <ac:chgData name="Jon" userId="933ce4b9-d23a-4ff8-8313-d7477966b0a5" providerId="ADAL" clId="{A5CEC060-A345-4090-AFBA-EB2268F131C0}" dt="2020-03-11T14:33:57.704" v="38" actId="20577"/>
          <ac:spMkLst>
            <pc:docMk/>
            <pc:sldMk cId="1357864738" sldId="293"/>
            <ac:spMk id="4" creationId="{FA552BF0-E0CC-BE46-A612-4EEF97129EBB}"/>
          </ac:spMkLst>
        </pc:spChg>
        <pc:spChg chg="mod">
          <ac:chgData name="Jon" userId="933ce4b9-d23a-4ff8-8313-d7477966b0a5" providerId="ADAL" clId="{A5CEC060-A345-4090-AFBA-EB2268F131C0}" dt="2020-03-11T14:34:24.524" v="42" actId="20577"/>
          <ac:spMkLst>
            <pc:docMk/>
            <pc:sldMk cId="1357864738" sldId="293"/>
            <ac:spMk id="6" creationId="{85D4269A-50DC-0D4C-8DBB-ED623A9A9CC0}"/>
          </ac:spMkLst>
        </pc:spChg>
      </pc:sldChg>
      <pc:sldChg chg="addSp delSp mod">
        <pc:chgData name="Jon" userId="933ce4b9-d23a-4ff8-8313-d7477966b0a5" providerId="ADAL" clId="{A5CEC060-A345-4090-AFBA-EB2268F131C0}" dt="2020-03-11T14:34:39.885" v="45"/>
        <pc:sldMkLst>
          <pc:docMk/>
          <pc:sldMk cId="1738290190" sldId="294"/>
        </pc:sldMkLst>
        <pc:spChg chg="add">
          <ac:chgData name="Jon" userId="933ce4b9-d23a-4ff8-8313-d7477966b0a5" providerId="ADAL" clId="{A5CEC060-A345-4090-AFBA-EB2268F131C0}" dt="2020-03-11T14:34:39.885" v="45"/>
          <ac:spMkLst>
            <pc:docMk/>
            <pc:sldMk cId="1738290190" sldId="294"/>
            <ac:spMk id="7" creationId="{B4F8A34E-C196-41D4-AC6F-BC122FAF91DB}"/>
          </ac:spMkLst>
        </pc:spChg>
        <pc:spChg chg="add">
          <ac:chgData name="Jon" userId="933ce4b9-d23a-4ff8-8313-d7477966b0a5" providerId="ADAL" clId="{A5CEC060-A345-4090-AFBA-EB2268F131C0}" dt="2020-03-11T14:34:39.885" v="45"/>
          <ac:spMkLst>
            <pc:docMk/>
            <pc:sldMk cId="1738290190" sldId="294"/>
            <ac:spMk id="8" creationId="{F165E746-3A82-4667-90B8-0DD102D44C4B}"/>
          </ac:spMkLst>
        </pc:spChg>
        <pc:spChg chg="add">
          <ac:chgData name="Jon" userId="933ce4b9-d23a-4ff8-8313-d7477966b0a5" providerId="ADAL" clId="{A5CEC060-A345-4090-AFBA-EB2268F131C0}" dt="2020-03-11T14:34:39.885" v="45"/>
          <ac:spMkLst>
            <pc:docMk/>
            <pc:sldMk cId="1738290190" sldId="294"/>
            <ac:spMk id="9" creationId="{796D1D7E-7B30-4BD7-8E2F-4ECE118FB996}"/>
          </ac:spMkLst>
        </pc:spChg>
        <pc:spChg chg="del">
          <ac:chgData name="Jon" userId="933ce4b9-d23a-4ff8-8313-d7477966b0a5" providerId="ADAL" clId="{A5CEC060-A345-4090-AFBA-EB2268F131C0}" dt="2020-03-11T14:34:39.415" v="44" actId="478"/>
          <ac:spMkLst>
            <pc:docMk/>
            <pc:sldMk cId="1738290190" sldId="294"/>
            <ac:spMk id="10" creationId="{0555EC5A-E5A5-7F4E-BBC9-249CA42A6008}"/>
          </ac:spMkLst>
        </pc:spChg>
        <pc:spChg chg="del">
          <ac:chgData name="Jon" userId="933ce4b9-d23a-4ff8-8313-d7477966b0a5" providerId="ADAL" clId="{A5CEC060-A345-4090-AFBA-EB2268F131C0}" dt="2020-03-11T14:34:39.415" v="44" actId="478"/>
          <ac:spMkLst>
            <pc:docMk/>
            <pc:sldMk cId="1738290190" sldId="294"/>
            <ac:spMk id="11" creationId="{01CA7D77-1F8A-1443-8B42-2785CC1464F9}"/>
          </ac:spMkLst>
        </pc:spChg>
        <pc:spChg chg="del">
          <ac:chgData name="Jon" userId="933ce4b9-d23a-4ff8-8313-d7477966b0a5" providerId="ADAL" clId="{A5CEC060-A345-4090-AFBA-EB2268F131C0}" dt="2020-03-11T14:34:39.415" v="44" actId="478"/>
          <ac:spMkLst>
            <pc:docMk/>
            <pc:sldMk cId="1738290190" sldId="294"/>
            <ac:spMk id="15" creationId="{A192777E-F22A-874F-B1E2-109096A57620}"/>
          </ac:spMkLst>
        </pc:spChg>
      </pc:sldChg>
      <pc:sldChg chg="addSp delSp modSp mod">
        <pc:chgData name="Jon" userId="933ce4b9-d23a-4ff8-8313-d7477966b0a5" providerId="ADAL" clId="{A5CEC060-A345-4090-AFBA-EB2268F131C0}" dt="2020-03-11T14:34:30.522" v="43" actId="20577"/>
        <pc:sldMkLst>
          <pc:docMk/>
          <pc:sldMk cId="2741096713" sldId="295"/>
        </pc:sldMkLst>
        <pc:spChg chg="del">
          <ac:chgData name="Jon" userId="933ce4b9-d23a-4ff8-8313-d7477966b0a5" providerId="ADAL" clId="{A5CEC060-A345-4090-AFBA-EB2268F131C0}" dt="2020-03-11T14:34:13.850" v="40" actId="478"/>
          <ac:spMkLst>
            <pc:docMk/>
            <pc:sldMk cId="2741096713" sldId="295"/>
            <ac:spMk id="4" creationId="{FA552BF0-E0CC-BE46-A612-4EEF97129EBB}"/>
          </ac:spMkLst>
        </pc:spChg>
        <pc:spChg chg="del">
          <ac:chgData name="Jon" userId="933ce4b9-d23a-4ff8-8313-d7477966b0a5" providerId="ADAL" clId="{A5CEC060-A345-4090-AFBA-EB2268F131C0}" dt="2020-03-11T14:34:13.850" v="40" actId="478"/>
          <ac:spMkLst>
            <pc:docMk/>
            <pc:sldMk cId="2741096713" sldId="295"/>
            <ac:spMk id="5" creationId="{8737D1B9-E3AA-4245-9B52-0334EE3A13AB}"/>
          </ac:spMkLst>
        </pc:spChg>
        <pc:spChg chg="del">
          <ac:chgData name="Jon" userId="933ce4b9-d23a-4ff8-8313-d7477966b0a5" providerId="ADAL" clId="{A5CEC060-A345-4090-AFBA-EB2268F131C0}" dt="2020-03-11T14:34:13.850" v="40" actId="478"/>
          <ac:spMkLst>
            <pc:docMk/>
            <pc:sldMk cId="2741096713" sldId="295"/>
            <ac:spMk id="6" creationId="{85D4269A-50DC-0D4C-8DBB-ED623A9A9CC0}"/>
          </ac:spMkLst>
        </pc:spChg>
        <pc:spChg chg="add">
          <ac:chgData name="Jon" userId="933ce4b9-d23a-4ff8-8313-d7477966b0a5" providerId="ADAL" clId="{A5CEC060-A345-4090-AFBA-EB2268F131C0}" dt="2020-03-11T14:34:14.238" v="41"/>
          <ac:spMkLst>
            <pc:docMk/>
            <pc:sldMk cId="2741096713" sldId="295"/>
            <ac:spMk id="7" creationId="{4203DC9A-6BDB-4DC5-A70B-4286130B61C4}"/>
          </ac:spMkLst>
        </pc:spChg>
        <pc:spChg chg="add">
          <ac:chgData name="Jon" userId="933ce4b9-d23a-4ff8-8313-d7477966b0a5" providerId="ADAL" clId="{A5CEC060-A345-4090-AFBA-EB2268F131C0}" dt="2020-03-11T14:34:14.238" v="41"/>
          <ac:spMkLst>
            <pc:docMk/>
            <pc:sldMk cId="2741096713" sldId="295"/>
            <ac:spMk id="8" creationId="{D83AFA1F-C6F5-45CA-AF53-AAF13D052485}"/>
          </ac:spMkLst>
        </pc:spChg>
        <pc:spChg chg="add mod">
          <ac:chgData name="Jon" userId="933ce4b9-d23a-4ff8-8313-d7477966b0a5" providerId="ADAL" clId="{A5CEC060-A345-4090-AFBA-EB2268F131C0}" dt="2020-03-11T14:34:30.522" v="43" actId="20577"/>
          <ac:spMkLst>
            <pc:docMk/>
            <pc:sldMk cId="2741096713" sldId="295"/>
            <ac:spMk id="9" creationId="{2AA4A843-7677-436E-9B9A-17187C5EAC71}"/>
          </ac:spMkLst>
        </pc:spChg>
      </pc:sldChg>
      <pc:sldChg chg="addSp delSp mod">
        <pc:chgData name="Jon" userId="933ce4b9-d23a-4ff8-8313-d7477966b0a5" providerId="ADAL" clId="{A5CEC060-A345-4090-AFBA-EB2268F131C0}" dt="2020-03-11T14:34:46.903" v="47"/>
        <pc:sldMkLst>
          <pc:docMk/>
          <pc:sldMk cId="898715585" sldId="296"/>
        </pc:sldMkLst>
        <pc:spChg chg="add">
          <ac:chgData name="Jon" userId="933ce4b9-d23a-4ff8-8313-d7477966b0a5" providerId="ADAL" clId="{A5CEC060-A345-4090-AFBA-EB2268F131C0}" dt="2020-03-11T14:34:46.903" v="47"/>
          <ac:spMkLst>
            <pc:docMk/>
            <pc:sldMk cId="898715585" sldId="296"/>
            <ac:spMk id="7" creationId="{1FFC062E-69E2-42DD-97DA-B5C3E9AB03DD}"/>
          </ac:spMkLst>
        </pc:spChg>
        <pc:spChg chg="add">
          <ac:chgData name="Jon" userId="933ce4b9-d23a-4ff8-8313-d7477966b0a5" providerId="ADAL" clId="{A5CEC060-A345-4090-AFBA-EB2268F131C0}" dt="2020-03-11T14:34:46.903" v="47"/>
          <ac:spMkLst>
            <pc:docMk/>
            <pc:sldMk cId="898715585" sldId="296"/>
            <ac:spMk id="8" creationId="{BECF23E2-32C7-4345-885B-E0563F3EF078}"/>
          </ac:spMkLst>
        </pc:spChg>
        <pc:spChg chg="add">
          <ac:chgData name="Jon" userId="933ce4b9-d23a-4ff8-8313-d7477966b0a5" providerId="ADAL" clId="{A5CEC060-A345-4090-AFBA-EB2268F131C0}" dt="2020-03-11T14:34:46.903" v="47"/>
          <ac:spMkLst>
            <pc:docMk/>
            <pc:sldMk cId="898715585" sldId="296"/>
            <ac:spMk id="9" creationId="{A552FB9D-47B1-4ECC-A63F-68BF20D4025F}"/>
          </ac:spMkLst>
        </pc:spChg>
        <pc:spChg chg="del">
          <ac:chgData name="Jon" userId="933ce4b9-d23a-4ff8-8313-d7477966b0a5" providerId="ADAL" clId="{A5CEC060-A345-4090-AFBA-EB2268F131C0}" dt="2020-03-11T14:34:46.520" v="46" actId="478"/>
          <ac:spMkLst>
            <pc:docMk/>
            <pc:sldMk cId="898715585" sldId="296"/>
            <ac:spMk id="10" creationId="{0555EC5A-E5A5-7F4E-BBC9-249CA42A6008}"/>
          </ac:spMkLst>
        </pc:spChg>
        <pc:spChg chg="del">
          <ac:chgData name="Jon" userId="933ce4b9-d23a-4ff8-8313-d7477966b0a5" providerId="ADAL" clId="{A5CEC060-A345-4090-AFBA-EB2268F131C0}" dt="2020-03-11T14:34:46.520" v="46" actId="478"/>
          <ac:spMkLst>
            <pc:docMk/>
            <pc:sldMk cId="898715585" sldId="296"/>
            <ac:spMk id="11" creationId="{01CA7D77-1F8A-1443-8B42-2785CC1464F9}"/>
          </ac:spMkLst>
        </pc:spChg>
        <pc:spChg chg="del">
          <ac:chgData name="Jon" userId="933ce4b9-d23a-4ff8-8313-d7477966b0a5" providerId="ADAL" clId="{A5CEC060-A345-4090-AFBA-EB2268F131C0}" dt="2020-03-11T14:34:46.520" v="46" actId="478"/>
          <ac:spMkLst>
            <pc:docMk/>
            <pc:sldMk cId="898715585" sldId="296"/>
            <ac:spMk id="15" creationId="{A192777E-F22A-874F-B1E2-109096A57620}"/>
          </ac:spMkLst>
        </pc:spChg>
      </pc:sldChg>
      <pc:sldChg chg="addSp delSp mod">
        <pc:chgData name="Jon" userId="933ce4b9-d23a-4ff8-8313-d7477966b0a5" providerId="ADAL" clId="{A5CEC060-A345-4090-AFBA-EB2268F131C0}" dt="2020-03-11T14:34:52.677" v="49"/>
        <pc:sldMkLst>
          <pc:docMk/>
          <pc:sldMk cId="1291430560" sldId="297"/>
        </pc:sldMkLst>
        <pc:spChg chg="add">
          <ac:chgData name="Jon" userId="933ce4b9-d23a-4ff8-8313-d7477966b0a5" providerId="ADAL" clId="{A5CEC060-A345-4090-AFBA-EB2268F131C0}" dt="2020-03-11T14:34:52.677" v="49"/>
          <ac:spMkLst>
            <pc:docMk/>
            <pc:sldMk cId="1291430560" sldId="297"/>
            <ac:spMk id="7" creationId="{B0781DF1-E657-47C5-9735-D7C3D349F5A3}"/>
          </ac:spMkLst>
        </pc:spChg>
        <pc:spChg chg="add">
          <ac:chgData name="Jon" userId="933ce4b9-d23a-4ff8-8313-d7477966b0a5" providerId="ADAL" clId="{A5CEC060-A345-4090-AFBA-EB2268F131C0}" dt="2020-03-11T14:34:52.677" v="49"/>
          <ac:spMkLst>
            <pc:docMk/>
            <pc:sldMk cId="1291430560" sldId="297"/>
            <ac:spMk id="8" creationId="{02511635-C954-41E9-BE2E-28D069E8A46C}"/>
          </ac:spMkLst>
        </pc:spChg>
        <pc:spChg chg="add">
          <ac:chgData name="Jon" userId="933ce4b9-d23a-4ff8-8313-d7477966b0a5" providerId="ADAL" clId="{A5CEC060-A345-4090-AFBA-EB2268F131C0}" dt="2020-03-11T14:34:52.677" v="49"/>
          <ac:spMkLst>
            <pc:docMk/>
            <pc:sldMk cId="1291430560" sldId="297"/>
            <ac:spMk id="9" creationId="{5BAB2E32-1821-4A45-A760-CB0FE16778E1}"/>
          </ac:spMkLst>
        </pc:spChg>
        <pc:spChg chg="del">
          <ac:chgData name="Jon" userId="933ce4b9-d23a-4ff8-8313-d7477966b0a5" providerId="ADAL" clId="{A5CEC060-A345-4090-AFBA-EB2268F131C0}" dt="2020-03-11T14:34:52.314" v="48" actId="478"/>
          <ac:spMkLst>
            <pc:docMk/>
            <pc:sldMk cId="1291430560" sldId="297"/>
            <ac:spMk id="10" creationId="{0555EC5A-E5A5-7F4E-BBC9-249CA42A6008}"/>
          </ac:spMkLst>
        </pc:spChg>
        <pc:spChg chg="del">
          <ac:chgData name="Jon" userId="933ce4b9-d23a-4ff8-8313-d7477966b0a5" providerId="ADAL" clId="{A5CEC060-A345-4090-AFBA-EB2268F131C0}" dt="2020-03-11T14:34:52.314" v="48" actId="478"/>
          <ac:spMkLst>
            <pc:docMk/>
            <pc:sldMk cId="1291430560" sldId="297"/>
            <ac:spMk id="11" creationId="{01CA7D77-1F8A-1443-8B42-2785CC1464F9}"/>
          </ac:spMkLst>
        </pc:spChg>
        <pc:spChg chg="del">
          <ac:chgData name="Jon" userId="933ce4b9-d23a-4ff8-8313-d7477966b0a5" providerId="ADAL" clId="{A5CEC060-A345-4090-AFBA-EB2268F131C0}" dt="2020-03-11T14:34:52.314" v="48" actId="478"/>
          <ac:spMkLst>
            <pc:docMk/>
            <pc:sldMk cId="1291430560" sldId="297"/>
            <ac:spMk id="15" creationId="{A192777E-F22A-874F-B1E2-109096A57620}"/>
          </ac:spMkLst>
        </pc:spChg>
      </pc:sldChg>
      <pc:sldChg chg="addSp delSp mod">
        <pc:chgData name="Jon" userId="933ce4b9-d23a-4ff8-8313-d7477966b0a5" providerId="ADAL" clId="{A5CEC060-A345-4090-AFBA-EB2268F131C0}" dt="2020-03-11T14:34:57.516" v="51"/>
        <pc:sldMkLst>
          <pc:docMk/>
          <pc:sldMk cId="3585543640" sldId="298"/>
        </pc:sldMkLst>
        <pc:spChg chg="add">
          <ac:chgData name="Jon" userId="933ce4b9-d23a-4ff8-8313-d7477966b0a5" providerId="ADAL" clId="{A5CEC060-A345-4090-AFBA-EB2268F131C0}" dt="2020-03-11T14:34:57.516" v="51"/>
          <ac:spMkLst>
            <pc:docMk/>
            <pc:sldMk cId="3585543640" sldId="298"/>
            <ac:spMk id="7" creationId="{E7D0A832-66FA-4595-B715-9E686A177135}"/>
          </ac:spMkLst>
        </pc:spChg>
        <pc:spChg chg="add">
          <ac:chgData name="Jon" userId="933ce4b9-d23a-4ff8-8313-d7477966b0a5" providerId="ADAL" clId="{A5CEC060-A345-4090-AFBA-EB2268F131C0}" dt="2020-03-11T14:34:57.516" v="51"/>
          <ac:spMkLst>
            <pc:docMk/>
            <pc:sldMk cId="3585543640" sldId="298"/>
            <ac:spMk id="8" creationId="{15A5D4D4-E4B2-4726-B542-4B890959EEC0}"/>
          </ac:spMkLst>
        </pc:spChg>
        <pc:spChg chg="add">
          <ac:chgData name="Jon" userId="933ce4b9-d23a-4ff8-8313-d7477966b0a5" providerId="ADAL" clId="{A5CEC060-A345-4090-AFBA-EB2268F131C0}" dt="2020-03-11T14:34:57.516" v="51"/>
          <ac:spMkLst>
            <pc:docMk/>
            <pc:sldMk cId="3585543640" sldId="298"/>
            <ac:spMk id="9" creationId="{F57E3329-BDB5-428C-967E-DFC205B13EA7}"/>
          </ac:spMkLst>
        </pc:spChg>
        <pc:spChg chg="del">
          <ac:chgData name="Jon" userId="933ce4b9-d23a-4ff8-8313-d7477966b0a5" providerId="ADAL" clId="{A5CEC060-A345-4090-AFBA-EB2268F131C0}" dt="2020-03-11T14:34:57.183" v="50" actId="478"/>
          <ac:spMkLst>
            <pc:docMk/>
            <pc:sldMk cId="3585543640" sldId="298"/>
            <ac:spMk id="10" creationId="{0555EC5A-E5A5-7F4E-BBC9-249CA42A6008}"/>
          </ac:spMkLst>
        </pc:spChg>
        <pc:spChg chg="del">
          <ac:chgData name="Jon" userId="933ce4b9-d23a-4ff8-8313-d7477966b0a5" providerId="ADAL" clId="{A5CEC060-A345-4090-AFBA-EB2268F131C0}" dt="2020-03-11T14:34:57.183" v="50" actId="478"/>
          <ac:spMkLst>
            <pc:docMk/>
            <pc:sldMk cId="3585543640" sldId="298"/>
            <ac:spMk id="11" creationId="{01CA7D77-1F8A-1443-8B42-2785CC1464F9}"/>
          </ac:spMkLst>
        </pc:spChg>
        <pc:spChg chg="del">
          <ac:chgData name="Jon" userId="933ce4b9-d23a-4ff8-8313-d7477966b0a5" providerId="ADAL" clId="{A5CEC060-A345-4090-AFBA-EB2268F131C0}" dt="2020-03-11T14:34:57.183" v="50" actId="478"/>
          <ac:spMkLst>
            <pc:docMk/>
            <pc:sldMk cId="3585543640" sldId="298"/>
            <ac:spMk id="15" creationId="{A192777E-F22A-874F-B1E2-109096A57620}"/>
          </ac:spMkLst>
        </pc:spChg>
      </pc:sldChg>
      <pc:sldChg chg="addSp delSp mod">
        <pc:chgData name="Jon" userId="933ce4b9-d23a-4ff8-8313-d7477966b0a5" providerId="ADAL" clId="{A5CEC060-A345-4090-AFBA-EB2268F131C0}" dt="2020-03-11T14:35:02.486" v="53"/>
        <pc:sldMkLst>
          <pc:docMk/>
          <pc:sldMk cId="1516269181" sldId="299"/>
        </pc:sldMkLst>
        <pc:spChg chg="add">
          <ac:chgData name="Jon" userId="933ce4b9-d23a-4ff8-8313-d7477966b0a5" providerId="ADAL" clId="{A5CEC060-A345-4090-AFBA-EB2268F131C0}" dt="2020-03-11T14:35:02.486" v="53"/>
          <ac:spMkLst>
            <pc:docMk/>
            <pc:sldMk cId="1516269181" sldId="299"/>
            <ac:spMk id="7" creationId="{572A8D86-A594-4934-B0BC-1E520F2F93D7}"/>
          </ac:spMkLst>
        </pc:spChg>
        <pc:spChg chg="add">
          <ac:chgData name="Jon" userId="933ce4b9-d23a-4ff8-8313-d7477966b0a5" providerId="ADAL" clId="{A5CEC060-A345-4090-AFBA-EB2268F131C0}" dt="2020-03-11T14:35:02.486" v="53"/>
          <ac:spMkLst>
            <pc:docMk/>
            <pc:sldMk cId="1516269181" sldId="299"/>
            <ac:spMk id="8" creationId="{3D5E5654-4AA0-44C3-8E78-BEDC972909E0}"/>
          </ac:spMkLst>
        </pc:spChg>
        <pc:spChg chg="add">
          <ac:chgData name="Jon" userId="933ce4b9-d23a-4ff8-8313-d7477966b0a5" providerId="ADAL" clId="{A5CEC060-A345-4090-AFBA-EB2268F131C0}" dt="2020-03-11T14:35:02.486" v="53"/>
          <ac:spMkLst>
            <pc:docMk/>
            <pc:sldMk cId="1516269181" sldId="299"/>
            <ac:spMk id="9" creationId="{D98D81A7-8D4D-4464-AF9C-229A49CDCF6C}"/>
          </ac:spMkLst>
        </pc:spChg>
        <pc:spChg chg="del">
          <ac:chgData name="Jon" userId="933ce4b9-d23a-4ff8-8313-d7477966b0a5" providerId="ADAL" clId="{A5CEC060-A345-4090-AFBA-EB2268F131C0}" dt="2020-03-11T14:35:02.167" v="52" actId="478"/>
          <ac:spMkLst>
            <pc:docMk/>
            <pc:sldMk cId="1516269181" sldId="299"/>
            <ac:spMk id="10" creationId="{0555EC5A-E5A5-7F4E-BBC9-249CA42A6008}"/>
          </ac:spMkLst>
        </pc:spChg>
        <pc:spChg chg="del">
          <ac:chgData name="Jon" userId="933ce4b9-d23a-4ff8-8313-d7477966b0a5" providerId="ADAL" clId="{A5CEC060-A345-4090-AFBA-EB2268F131C0}" dt="2020-03-11T14:35:02.167" v="52" actId="478"/>
          <ac:spMkLst>
            <pc:docMk/>
            <pc:sldMk cId="1516269181" sldId="299"/>
            <ac:spMk id="11" creationId="{01CA7D77-1F8A-1443-8B42-2785CC1464F9}"/>
          </ac:spMkLst>
        </pc:spChg>
        <pc:spChg chg="del">
          <ac:chgData name="Jon" userId="933ce4b9-d23a-4ff8-8313-d7477966b0a5" providerId="ADAL" clId="{A5CEC060-A345-4090-AFBA-EB2268F131C0}" dt="2020-03-11T14:35:02.167" v="52" actId="478"/>
          <ac:spMkLst>
            <pc:docMk/>
            <pc:sldMk cId="1516269181" sldId="299"/>
            <ac:spMk id="15" creationId="{A192777E-F22A-874F-B1E2-109096A57620}"/>
          </ac:spMkLst>
        </pc:spChg>
      </pc:sldChg>
      <pc:sldChg chg="addSp delSp mod">
        <pc:chgData name="Jon" userId="933ce4b9-d23a-4ff8-8313-d7477966b0a5" providerId="ADAL" clId="{A5CEC060-A345-4090-AFBA-EB2268F131C0}" dt="2020-03-11T14:35:08.220" v="55"/>
        <pc:sldMkLst>
          <pc:docMk/>
          <pc:sldMk cId="2278928913" sldId="300"/>
        </pc:sldMkLst>
        <pc:spChg chg="add">
          <ac:chgData name="Jon" userId="933ce4b9-d23a-4ff8-8313-d7477966b0a5" providerId="ADAL" clId="{A5CEC060-A345-4090-AFBA-EB2268F131C0}" dt="2020-03-11T14:35:08.220" v="55"/>
          <ac:spMkLst>
            <pc:docMk/>
            <pc:sldMk cId="2278928913" sldId="300"/>
            <ac:spMk id="7" creationId="{A586300F-BCC0-4CFE-988B-BBF92E5DD65B}"/>
          </ac:spMkLst>
        </pc:spChg>
        <pc:spChg chg="add">
          <ac:chgData name="Jon" userId="933ce4b9-d23a-4ff8-8313-d7477966b0a5" providerId="ADAL" clId="{A5CEC060-A345-4090-AFBA-EB2268F131C0}" dt="2020-03-11T14:35:08.220" v="55"/>
          <ac:spMkLst>
            <pc:docMk/>
            <pc:sldMk cId="2278928913" sldId="300"/>
            <ac:spMk id="8" creationId="{84F5DE4E-234B-44B9-B11B-BA5C694AA29F}"/>
          </ac:spMkLst>
        </pc:spChg>
        <pc:spChg chg="add">
          <ac:chgData name="Jon" userId="933ce4b9-d23a-4ff8-8313-d7477966b0a5" providerId="ADAL" clId="{A5CEC060-A345-4090-AFBA-EB2268F131C0}" dt="2020-03-11T14:35:08.220" v="55"/>
          <ac:spMkLst>
            <pc:docMk/>
            <pc:sldMk cId="2278928913" sldId="300"/>
            <ac:spMk id="9" creationId="{1448D284-C79D-4376-9477-6CE971E3D6D0}"/>
          </ac:spMkLst>
        </pc:spChg>
        <pc:spChg chg="del">
          <ac:chgData name="Jon" userId="933ce4b9-d23a-4ff8-8313-d7477966b0a5" providerId="ADAL" clId="{A5CEC060-A345-4090-AFBA-EB2268F131C0}" dt="2020-03-11T14:35:07.849" v="54" actId="478"/>
          <ac:spMkLst>
            <pc:docMk/>
            <pc:sldMk cId="2278928913" sldId="300"/>
            <ac:spMk id="10" creationId="{0555EC5A-E5A5-7F4E-BBC9-249CA42A6008}"/>
          </ac:spMkLst>
        </pc:spChg>
        <pc:spChg chg="del">
          <ac:chgData name="Jon" userId="933ce4b9-d23a-4ff8-8313-d7477966b0a5" providerId="ADAL" clId="{A5CEC060-A345-4090-AFBA-EB2268F131C0}" dt="2020-03-11T14:35:07.849" v="54" actId="478"/>
          <ac:spMkLst>
            <pc:docMk/>
            <pc:sldMk cId="2278928913" sldId="300"/>
            <ac:spMk id="11" creationId="{01CA7D77-1F8A-1443-8B42-2785CC1464F9}"/>
          </ac:spMkLst>
        </pc:spChg>
        <pc:spChg chg="del">
          <ac:chgData name="Jon" userId="933ce4b9-d23a-4ff8-8313-d7477966b0a5" providerId="ADAL" clId="{A5CEC060-A345-4090-AFBA-EB2268F131C0}" dt="2020-03-11T14:35:07.849" v="54" actId="478"/>
          <ac:spMkLst>
            <pc:docMk/>
            <pc:sldMk cId="2278928913" sldId="300"/>
            <ac:spMk id="15" creationId="{A192777E-F22A-874F-B1E2-109096A57620}"/>
          </ac:spMkLst>
        </pc:spChg>
      </pc:sldChg>
    </pc:docChg>
  </pc:docChgLst>
  <pc:docChgLst>
    <pc:chgData name="Jon Wallace" userId="933ce4b9-d23a-4ff8-8313-d7477966b0a5" providerId="ADAL" clId="{7FA73A00-9759-4CD5-AF74-E42E2AEE741A}"/>
    <pc:docChg chg="undo redo custSel modSld">
      <pc:chgData name="Jon Wallace" userId="933ce4b9-d23a-4ff8-8313-d7477966b0a5" providerId="ADAL" clId="{7FA73A00-9759-4CD5-AF74-E42E2AEE741A}" dt="2020-06-02T18:44:06.962" v="58"/>
      <pc:docMkLst>
        <pc:docMk/>
      </pc:docMkLst>
      <pc:sldChg chg="modSp">
        <pc:chgData name="Jon Wallace" userId="933ce4b9-d23a-4ff8-8313-d7477966b0a5" providerId="ADAL" clId="{7FA73A00-9759-4CD5-AF74-E42E2AEE741A}" dt="2020-06-02T18:43:30.439" v="44" actId="20577"/>
        <pc:sldMkLst>
          <pc:docMk/>
          <pc:sldMk cId="1357864738" sldId="293"/>
        </pc:sldMkLst>
        <pc:spChg chg="mod">
          <ac:chgData name="Jon Wallace" userId="933ce4b9-d23a-4ff8-8313-d7477966b0a5" providerId="ADAL" clId="{7FA73A00-9759-4CD5-AF74-E42E2AEE741A}" dt="2020-06-02T18:41:57.887" v="10" actId="20577"/>
          <ac:spMkLst>
            <pc:docMk/>
            <pc:sldMk cId="1357864738" sldId="293"/>
            <ac:spMk id="3" creationId="{8909D288-40F3-8B44-BB4B-256DB0600710}"/>
          </ac:spMkLst>
        </pc:spChg>
        <pc:spChg chg="mod">
          <ac:chgData name="Jon Wallace" userId="933ce4b9-d23a-4ff8-8313-d7477966b0a5" providerId="ADAL" clId="{7FA73A00-9759-4CD5-AF74-E42E2AEE741A}" dt="2020-06-02T18:42:09.764" v="15" actId="6549"/>
          <ac:spMkLst>
            <pc:docMk/>
            <pc:sldMk cId="1357864738" sldId="293"/>
            <ac:spMk id="4" creationId="{FA552BF0-E0CC-BE46-A612-4EEF97129EBB}"/>
          </ac:spMkLst>
        </pc:spChg>
        <pc:spChg chg="mod">
          <ac:chgData name="Jon Wallace" userId="933ce4b9-d23a-4ff8-8313-d7477966b0a5" providerId="ADAL" clId="{7FA73A00-9759-4CD5-AF74-E42E2AEE741A}" dt="2020-06-02T18:43:30.439" v="44" actId="20577"/>
          <ac:spMkLst>
            <pc:docMk/>
            <pc:sldMk cId="1357864738" sldId="293"/>
            <ac:spMk id="5" creationId="{8737D1B9-E3AA-4245-9B52-0334EE3A13AB}"/>
          </ac:spMkLst>
        </pc:spChg>
      </pc:sldChg>
      <pc:sldChg chg="addSp delSp">
        <pc:chgData name="Jon Wallace" userId="933ce4b9-d23a-4ff8-8313-d7477966b0a5" providerId="ADAL" clId="{7FA73A00-9759-4CD5-AF74-E42E2AEE741A}" dt="2020-06-02T18:43:44.120" v="48"/>
        <pc:sldMkLst>
          <pc:docMk/>
          <pc:sldMk cId="1738290190" sldId="294"/>
        </pc:sldMkLst>
        <pc:spChg chg="del">
          <ac:chgData name="Jon Wallace" userId="933ce4b9-d23a-4ff8-8313-d7477966b0a5" providerId="ADAL" clId="{7FA73A00-9759-4CD5-AF74-E42E2AEE741A}" dt="2020-06-02T18:42:28.363" v="18" actId="478"/>
          <ac:spMkLst>
            <pc:docMk/>
            <pc:sldMk cId="1738290190" sldId="294"/>
            <ac:spMk id="7" creationId="{B4F8A34E-C196-41D4-AC6F-BC122FAF91DB}"/>
          </ac:spMkLst>
        </pc:spChg>
        <pc:spChg chg="del">
          <ac:chgData name="Jon Wallace" userId="933ce4b9-d23a-4ff8-8313-d7477966b0a5" providerId="ADAL" clId="{7FA73A00-9759-4CD5-AF74-E42E2AEE741A}" dt="2020-06-02T18:42:28.363" v="18" actId="478"/>
          <ac:spMkLst>
            <pc:docMk/>
            <pc:sldMk cId="1738290190" sldId="294"/>
            <ac:spMk id="8" creationId="{F165E746-3A82-4667-90B8-0DD102D44C4B}"/>
          </ac:spMkLst>
        </pc:spChg>
        <pc:spChg chg="del">
          <ac:chgData name="Jon Wallace" userId="933ce4b9-d23a-4ff8-8313-d7477966b0a5" providerId="ADAL" clId="{7FA73A00-9759-4CD5-AF74-E42E2AEE741A}" dt="2020-06-02T18:42:28.363" v="18" actId="478"/>
          <ac:spMkLst>
            <pc:docMk/>
            <pc:sldMk cId="1738290190" sldId="294"/>
            <ac:spMk id="9" creationId="{796D1D7E-7B30-4BD7-8E2F-4ECE118FB996}"/>
          </ac:spMkLst>
        </pc:spChg>
        <pc:spChg chg="add">
          <ac:chgData name="Jon Wallace" userId="933ce4b9-d23a-4ff8-8313-d7477966b0a5" providerId="ADAL" clId="{7FA73A00-9759-4CD5-AF74-E42E2AEE741A}" dt="2020-06-02T18:42:29.027" v="19"/>
          <ac:spMkLst>
            <pc:docMk/>
            <pc:sldMk cId="1738290190" sldId="294"/>
            <ac:spMk id="10" creationId="{CE49B9E0-F56B-478E-9EFF-A8BC90E1B8DE}"/>
          </ac:spMkLst>
        </pc:spChg>
        <pc:spChg chg="add del">
          <ac:chgData name="Jon Wallace" userId="933ce4b9-d23a-4ff8-8313-d7477966b0a5" providerId="ADAL" clId="{7FA73A00-9759-4CD5-AF74-E42E2AEE741A}" dt="2020-06-02T18:43:42.283" v="47" actId="478"/>
          <ac:spMkLst>
            <pc:docMk/>
            <pc:sldMk cId="1738290190" sldId="294"/>
            <ac:spMk id="11" creationId="{F8DA4231-1E6C-4FEB-BB37-DF61D19F5C01}"/>
          </ac:spMkLst>
        </pc:spChg>
        <pc:spChg chg="add">
          <ac:chgData name="Jon Wallace" userId="933ce4b9-d23a-4ff8-8313-d7477966b0a5" providerId="ADAL" clId="{7FA73A00-9759-4CD5-AF74-E42E2AEE741A}" dt="2020-06-02T18:42:29.027" v="19"/>
          <ac:spMkLst>
            <pc:docMk/>
            <pc:sldMk cId="1738290190" sldId="294"/>
            <ac:spMk id="12" creationId="{2E15B149-5F7C-49BD-9CB7-BDC9F253F05A}"/>
          </ac:spMkLst>
        </pc:spChg>
        <pc:spChg chg="add">
          <ac:chgData name="Jon Wallace" userId="933ce4b9-d23a-4ff8-8313-d7477966b0a5" providerId="ADAL" clId="{7FA73A00-9759-4CD5-AF74-E42E2AEE741A}" dt="2020-06-02T18:43:44.120" v="48"/>
          <ac:spMkLst>
            <pc:docMk/>
            <pc:sldMk cId="1738290190" sldId="294"/>
            <ac:spMk id="13" creationId="{9E66E443-C4F6-42B9-BF29-3264B17929ED}"/>
          </ac:spMkLst>
        </pc:spChg>
      </pc:sldChg>
      <pc:sldChg chg="addSp delSp">
        <pc:chgData name="Jon Wallace" userId="933ce4b9-d23a-4ff8-8313-d7477966b0a5" providerId="ADAL" clId="{7FA73A00-9759-4CD5-AF74-E42E2AEE741A}" dt="2020-06-02T18:43:34.858" v="46"/>
        <pc:sldMkLst>
          <pc:docMk/>
          <pc:sldMk cId="2741096713" sldId="295"/>
        </pc:sldMkLst>
        <pc:spChg chg="add">
          <ac:chgData name="Jon Wallace" userId="933ce4b9-d23a-4ff8-8313-d7477966b0a5" providerId="ADAL" clId="{7FA73A00-9759-4CD5-AF74-E42E2AEE741A}" dt="2020-06-02T18:42:23.081" v="17"/>
          <ac:spMkLst>
            <pc:docMk/>
            <pc:sldMk cId="2741096713" sldId="295"/>
            <ac:spMk id="6" creationId="{ACFB041A-8CFB-4930-99CB-4BB229702D05}"/>
          </ac:spMkLst>
        </pc:spChg>
        <pc:spChg chg="del">
          <ac:chgData name="Jon Wallace" userId="933ce4b9-d23a-4ff8-8313-d7477966b0a5" providerId="ADAL" clId="{7FA73A00-9759-4CD5-AF74-E42E2AEE741A}" dt="2020-06-02T18:42:21.142" v="16" actId="478"/>
          <ac:spMkLst>
            <pc:docMk/>
            <pc:sldMk cId="2741096713" sldId="295"/>
            <ac:spMk id="7" creationId="{4203DC9A-6BDB-4DC5-A70B-4286130B61C4}"/>
          </ac:spMkLst>
        </pc:spChg>
        <pc:spChg chg="del">
          <ac:chgData name="Jon Wallace" userId="933ce4b9-d23a-4ff8-8313-d7477966b0a5" providerId="ADAL" clId="{7FA73A00-9759-4CD5-AF74-E42E2AEE741A}" dt="2020-06-02T18:42:21.142" v="16" actId="478"/>
          <ac:spMkLst>
            <pc:docMk/>
            <pc:sldMk cId="2741096713" sldId="295"/>
            <ac:spMk id="8" creationId="{D83AFA1F-C6F5-45CA-AF53-AAF13D052485}"/>
          </ac:spMkLst>
        </pc:spChg>
        <pc:spChg chg="del">
          <ac:chgData name="Jon Wallace" userId="933ce4b9-d23a-4ff8-8313-d7477966b0a5" providerId="ADAL" clId="{7FA73A00-9759-4CD5-AF74-E42E2AEE741A}" dt="2020-06-02T18:42:21.142" v="16" actId="478"/>
          <ac:spMkLst>
            <pc:docMk/>
            <pc:sldMk cId="2741096713" sldId="295"/>
            <ac:spMk id="9" creationId="{2AA4A843-7677-436E-9B9A-17187C5EAC71}"/>
          </ac:spMkLst>
        </pc:spChg>
        <pc:spChg chg="add del">
          <ac:chgData name="Jon Wallace" userId="933ce4b9-d23a-4ff8-8313-d7477966b0a5" providerId="ADAL" clId="{7FA73A00-9759-4CD5-AF74-E42E2AEE741A}" dt="2020-06-02T18:43:33.692" v="45" actId="478"/>
          <ac:spMkLst>
            <pc:docMk/>
            <pc:sldMk cId="2741096713" sldId="295"/>
            <ac:spMk id="10" creationId="{24AA7051-977B-4AE7-ABB1-140BC736DF96}"/>
          </ac:spMkLst>
        </pc:spChg>
        <pc:spChg chg="add">
          <ac:chgData name="Jon Wallace" userId="933ce4b9-d23a-4ff8-8313-d7477966b0a5" providerId="ADAL" clId="{7FA73A00-9759-4CD5-AF74-E42E2AEE741A}" dt="2020-06-02T18:42:23.081" v="17"/>
          <ac:spMkLst>
            <pc:docMk/>
            <pc:sldMk cId="2741096713" sldId="295"/>
            <ac:spMk id="11" creationId="{0E03773C-C951-4C88-9C0C-079D1522DD75}"/>
          </ac:spMkLst>
        </pc:spChg>
        <pc:spChg chg="add">
          <ac:chgData name="Jon Wallace" userId="933ce4b9-d23a-4ff8-8313-d7477966b0a5" providerId="ADAL" clId="{7FA73A00-9759-4CD5-AF74-E42E2AEE741A}" dt="2020-06-02T18:43:34.858" v="46"/>
          <ac:spMkLst>
            <pc:docMk/>
            <pc:sldMk cId="2741096713" sldId="295"/>
            <ac:spMk id="12" creationId="{6E06EA7D-F9A4-4F01-B424-3069B9AB0B3B}"/>
          </ac:spMkLst>
        </pc:spChg>
      </pc:sldChg>
      <pc:sldChg chg="addSp delSp">
        <pc:chgData name="Jon Wallace" userId="933ce4b9-d23a-4ff8-8313-d7477966b0a5" providerId="ADAL" clId="{7FA73A00-9759-4CD5-AF74-E42E2AEE741A}" dt="2020-06-02T18:43:49.290" v="50"/>
        <pc:sldMkLst>
          <pc:docMk/>
          <pc:sldMk cId="898715585" sldId="296"/>
        </pc:sldMkLst>
        <pc:spChg chg="del">
          <ac:chgData name="Jon Wallace" userId="933ce4b9-d23a-4ff8-8313-d7477966b0a5" providerId="ADAL" clId="{7FA73A00-9759-4CD5-AF74-E42E2AEE741A}" dt="2020-06-02T18:42:33.389" v="20" actId="478"/>
          <ac:spMkLst>
            <pc:docMk/>
            <pc:sldMk cId="898715585" sldId="296"/>
            <ac:spMk id="7" creationId="{1FFC062E-69E2-42DD-97DA-B5C3E9AB03DD}"/>
          </ac:spMkLst>
        </pc:spChg>
        <pc:spChg chg="del">
          <ac:chgData name="Jon Wallace" userId="933ce4b9-d23a-4ff8-8313-d7477966b0a5" providerId="ADAL" clId="{7FA73A00-9759-4CD5-AF74-E42E2AEE741A}" dt="2020-06-02T18:42:33.389" v="20" actId="478"/>
          <ac:spMkLst>
            <pc:docMk/>
            <pc:sldMk cId="898715585" sldId="296"/>
            <ac:spMk id="8" creationId="{BECF23E2-32C7-4345-885B-E0563F3EF078}"/>
          </ac:spMkLst>
        </pc:spChg>
        <pc:spChg chg="del">
          <ac:chgData name="Jon Wallace" userId="933ce4b9-d23a-4ff8-8313-d7477966b0a5" providerId="ADAL" clId="{7FA73A00-9759-4CD5-AF74-E42E2AEE741A}" dt="2020-06-02T18:42:33.389" v="20" actId="478"/>
          <ac:spMkLst>
            <pc:docMk/>
            <pc:sldMk cId="898715585" sldId="296"/>
            <ac:spMk id="9" creationId="{A552FB9D-47B1-4ECC-A63F-68BF20D4025F}"/>
          </ac:spMkLst>
        </pc:spChg>
        <pc:spChg chg="add">
          <ac:chgData name="Jon Wallace" userId="933ce4b9-d23a-4ff8-8313-d7477966b0a5" providerId="ADAL" clId="{7FA73A00-9759-4CD5-AF74-E42E2AEE741A}" dt="2020-06-02T18:42:34.379" v="21"/>
          <ac:spMkLst>
            <pc:docMk/>
            <pc:sldMk cId="898715585" sldId="296"/>
            <ac:spMk id="10" creationId="{F2DC1F29-CBAB-46C2-974F-B9018F2E4131}"/>
          </ac:spMkLst>
        </pc:spChg>
        <pc:spChg chg="add del">
          <ac:chgData name="Jon Wallace" userId="933ce4b9-d23a-4ff8-8313-d7477966b0a5" providerId="ADAL" clId="{7FA73A00-9759-4CD5-AF74-E42E2AEE741A}" dt="2020-06-02T18:43:47.940" v="49" actId="478"/>
          <ac:spMkLst>
            <pc:docMk/>
            <pc:sldMk cId="898715585" sldId="296"/>
            <ac:spMk id="11" creationId="{64AC97DC-D6F9-43B3-98A7-93E701C4CA03}"/>
          </ac:spMkLst>
        </pc:spChg>
        <pc:spChg chg="add">
          <ac:chgData name="Jon Wallace" userId="933ce4b9-d23a-4ff8-8313-d7477966b0a5" providerId="ADAL" clId="{7FA73A00-9759-4CD5-AF74-E42E2AEE741A}" dt="2020-06-02T18:42:34.379" v="21"/>
          <ac:spMkLst>
            <pc:docMk/>
            <pc:sldMk cId="898715585" sldId="296"/>
            <ac:spMk id="12" creationId="{933088F0-0F2C-41EB-B304-F0ABD593D581}"/>
          </ac:spMkLst>
        </pc:spChg>
        <pc:spChg chg="add">
          <ac:chgData name="Jon Wallace" userId="933ce4b9-d23a-4ff8-8313-d7477966b0a5" providerId="ADAL" clId="{7FA73A00-9759-4CD5-AF74-E42E2AEE741A}" dt="2020-06-02T18:43:49.290" v="50"/>
          <ac:spMkLst>
            <pc:docMk/>
            <pc:sldMk cId="898715585" sldId="296"/>
            <ac:spMk id="13" creationId="{7CC68075-F284-4186-BDC4-916261AC5D23}"/>
          </ac:spMkLst>
        </pc:spChg>
      </pc:sldChg>
      <pc:sldChg chg="addSp delSp">
        <pc:chgData name="Jon Wallace" userId="933ce4b9-d23a-4ff8-8313-d7477966b0a5" providerId="ADAL" clId="{7FA73A00-9759-4CD5-AF74-E42E2AEE741A}" dt="2020-06-02T18:43:53.417" v="52"/>
        <pc:sldMkLst>
          <pc:docMk/>
          <pc:sldMk cId="1291430560" sldId="297"/>
        </pc:sldMkLst>
        <pc:spChg chg="del">
          <ac:chgData name="Jon Wallace" userId="933ce4b9-d23a-4ff8-8313-d7477966b0a5" providerId="ADAL" clId="{7FA73A00-9759-4CD5-AF74-E42E2AEE741A}" dt="2020-06-02T18:42:38.931" v="22" actId="478"/>
          <ac:spMkLst>
            <pc:docMk/>
            <pc:sldMk cId="1291430560" sldId="297"/>
            <ac:spMk id="7" creationId="{B0781DF1-E657-47C5-9735-D7C3D349F5A3}"/>
          </ac:spMkLst>
        </pc:spChg>
        <pc:spChg chg="del">
          <ac:chgData name="Jon Wallace" userId="933ce4b9-d23a-4ff8-8313-d7477966b0a5" providerId="ADAL" clId="{7FA73A00-9759-4CD5-AF74-E42E2AEE741A}" dt="2020-06-02T18:42:38.931" v="22" actId="478"/>
          <ac:spMkLst>
            <pc:docMk/>
            <pc:sldMk cId="1291430560" sldId="297"/>
            <ac:spMk id="8" creationId="{02511635-C954-41E9-BE2E-28D069E8A46C}"/>
          </ac:spMkLst>
        </pc:spChg>
        <pc:spChg chg="del">
          <ac:chgData name="Jon Wallace" userId="933ce4b9-d23a-4ff8-8313-d7477966b0a5" providerId="ADAL" clId="{7FA73A00-9759-4CD5-AF74-E42E2AEE741A}" dt="2020-06-02T18:42:38.931" v="22" actId="478"/>
          <ac:spMkLst>
            <pc:docMk/>
            <pc:sldMk cId="1291430560" sldId="297"/>
            <ac:spMk id="9" creationId="{5BAB2E32-1821-4A45-A760-CB0FE16778E1}"/>
          </ac:spMkLst>
        </pc:spChg>
        <pc:spChg chg="add">
          <ac:chgData name="Jon Wallace" userId="933ce4b9-d23a-4ff8-8313-d7477966b0a5" providerId="ADAL" clId="{7FA73A00-9759-4CD5-AF74-E42E2AEE741A}" dt="2020-06-02T18:42:39.932" v="23"/>
          <ac:spMkLst>
            <pc:docMk/>
            <pc:sldMk cId="1291430560" sldId="297"/>
            <ac:spMk id="10" creationId="{B1ACFBEC-82A6-4A5E-9F3C-9CBE9A060304}"/>
          </ac:spMkLst>
        </pc:spChg>
        <pc:spChg chg="add del">
          <ac:chgData name="Jon Wallace" userId="933ce4b9-d23a-4ff8-8313-d7477966b0a5" providerId="ADAL" clId="{7FA73A00-9759-4CD5-AF74-E42E2AEE741A}" dt="2020-06-02T18:43:52.467" v="51" actId="478"/>
          <ac:spMkLst>
            <pc:docMk/>
            <pc:sldMk cId="1291430560" sldId="297"/>
            <ac:spMk id="11" creationId="{2136AA6D-B0B7-48E9-8C72-1E8376848795}"/>
          </ac:spMkLst>
        </pc:spChg>
        <pc:spChg chg="add">
          <ac:chgData name="Jon Wallace" userId="933ce4b9-d23a-4ff8-8313-d7477966b0a5" providerId="ADAL" clId="{7FA73A00-9759-4CD5-AF74-E42E2AEE741A}" dt="2020-06-02T18:42:39.932" v="23"/>
          <ac:spMkLst>
            <pc:docMk/>
            <pc:sldMk cId="1291430560" sldId="297"/>
            <ac:spMk id="12" creationId="{F67CD609-8D20-4551-9B26-DEECE3F11083}"/>
          </ac:spMkLst>
        </pc:spChg>
        <pc:spChg chg="add">
          <ac:chgData name="Jon Wallace" userId="933ce4b9-d23a-4ff8-8313-d7477966b0a5" providerId="ADAL" clId="{7FA73A00-9759-4CD5-AF74-E42E2AEE741A}" dt="2020-06-02T18:43:53.417" v="52"/>
          <ac:spMkLst>
            <pc:docMk/>
            <pc:sldMk cId="1291430560" sldId="297"/>
            <ac:spMk id="13" creationId="{5E2AB137-6A2D-4467-B163-FA07C6F42CEA}"/>
          </ac:spMkLst>
        </pc:spChg>
      </pc:sldChg>
      <pc:sldChg chg="addSp delSp">
        <pc:chgData name="Jon Wallace" userId="933ce4b9-d23a-4ff8-8313-d7477966b0a5" providerId="ADAL" clId="{7FA73A00-9759-4CD5-AF74-E42E2AEE741A}" dt="2020-06-02T18:43:58.393" v="54"/>
        <pc:sldMkLst>
          <pc:docMk/>
          <pc:sldMk cId="3585543640" sldId="298"/>
        </pc:sldMkLst>
        <pc:spChg chg="del">
          <ac:chgData name="Jon Wallace" userId="933ce4b9-d23a-4ff8-8313-d7477966b0a5" providerId="ADAL" clId="{7FA73A00-9759-4CD5-AF74-E42E2AEE741A}" dt="2020-06-02T18:42:44.460" v="24" actId="478"/>
          <ac:spMkLst>
            <pc:docMk/>
            <pc:sldMk cId="3585543640" sldId="298"/>
            <ac:spMk id="7" creationId="{E7D0A832-66FA-4595-B715-9E686A177135}"/>
          </ac:spMkLst>
        </pc:spChg>
        <pc:spChg chg="del">
          <ac:chgData name="Jon Wallace" userId="933ce4b9-d23a-4ff8-8313-d7477966b0a5" providerId="ADAL" clId="{7FA73A00-9759-4CD5-AF74-E42E2AEE741A}" dt="2020-06-02T18:42:44.460" v="24" actId="478"/>
          <ac:spMkLst>
            <pc:docMk/>
            <pc:sldMk cId="3585543640" sldId="298"/>
            <ac:spMk id="8" creationId="{15A5D4D4-E4B2-4726-B542-4B890959EEC0}"/>
          </ac:spMkLst>
        </pc:spChg>
        <pc:spChg chg="del">
          <ac:chgData name="Jon Wallace" userId="933ce4b9-d23a-4ff8-8313-d7477966b0a5" providerId="ADAL" clId="{7FA73A00-9759-4CD5-AF74-E42E2AEE741A}" dt="2020-06-02T18:42:44.460" v="24" actId="478"/>
          <ac:spMkLst>
            <pc:docMk/>
            <pc:sldMk cId="3585543640" sldId="298"/>
            <ac:spMk id="9" creationId="{F57E3329-BDB5-428C-967E-DFC205B13EA7}"/>
          </ac:spMkLst>
        </pc:spChg>
        <pc:spChg chg="add">
          <ac:chgData name="Jon Wallace" userId="933ce4b9-d23a-4ff8-8313-d7477966b0a5" providerId="ADAL" clId="{7FA73A00-9759-4CD5-AF74-E42E2AEE741A}" dt="2020-06-02T18:42:44.987" v="25"/>
          <ac:spMkLst>
            <pc:docMk/>
            <pc:sldMk cId="3585543640" sldId="298"/>
            <ac:spMk id="10" creationId="{32FF80F0-3285-46C6-923C-0D716B72B8BA}"/>
          </ac:spMkLst>
        </pc:spChg>
        <pc:spChg chg="add del">
          <ac:chgData name="Jon Wallace" userId="933ce4b9-d23a-4ff8-8313-d7477966b0a5" providerId="ADAL" clId="{7FA73A00-9759-4CD5-AF74-E42E2AEE741A}" dt="2020-06-02T18:43:57.354" v="53" actId="478"/>
          <ac:spMkLst>
            <pc:docMk/>
            <pc:sldMk cId="3585543640" sldId="298"/>
            <ac:spMk id="11" creationId="{FC5CBD1F-F41D-4179-91A3-9A5C4226CEE8}"/>
          </ac:spMkLst>
        </pc:spChg>
        <pc:spChg chg="add">
          <ac:chgData name="Jon Wallace" userId="933ce4b9-d23a-4ff8-8313-d7477966b0a5" providerId="ADAL" clId="{7FA73A00-9759-4CD5-AF74-E42E2AEE741A}" dt="2020-06-02T18:42:44.987" v="25"/>
          <ac:spMkLst>
            <pc:docMk/>
            <pc:sldMk cId="3585543640" sldId="298"/>
            <ac:spMk id="12" creationId="{C0B3C2C6-EA8A-4A0B-996C-C6BB85BB6482}"/>
          </ac:spMkLst>
        </pc:spChg>
        <pc:spChg chg="add">
          <ac:chgData name="Jon Wallace" userId="933ce4b9-d23a-4ff8-8313-d7477966b0a5" providerId="ADAL" clId="{7FA73A00-9759-4CD5-AF74-E42E2AEE741A}" dt="2020-06-02T18:43:58.393" v="54"/>
          <ac:spMkLst>
            <pc:docMk/>
            <pc:sldMk cId="3585543640" sldId="298"/>
            <ac:spMk id="13" creationId="{6E83D3E0-C6F5-40FE-B956-EC66214E75C5}"/>
          </ac:spMkLst>
        </pc:spChg>
      </pc:sldChg>
      <pc:sldChg chg="addSp delSp">
        <pc:chgData name="Jon Wallace" userId="933ce4b9-d23a-4ff8-8313-d7477966b0a5" providerId="ADAL" clId="{7FA73A00-9759-4CD5-AF74-E42E2AEE741A}" dt="2020-06-02T18:44:02.920" v="56"/>
        <pc:sldMkLst>
          <pc:docMk/>
          <pc:sldMk cId="1516269181" sldId="299"/>
        </pc:sldMkLst>
        <pc:spChg chg="del">
          <ac:chgData name="Jon Wallace" userId="933ce4b9-d23a-4ff8-8313-d7477966b0a5" providerId="ADAL" clId="{7FA73A00-9759-4CD5-AF74-E42E2AEE741A}" dt="2020-06-02T18:42:49.476" v="26" actId="478"/>
          <ac:spMkLst>
            <pc:docMk/>
            <pc:sldMk cId="1516269181" sldId="299"/>
            <ac:spMk id="7" creationId="{572A8D86-A594-4934-B0BC-1E520F2F93D7}"/>
          </ac:spMkLst>
        </pc:spChg>
        <pc:spChg chg="del">
          <ac:chgData name="Jon Wallace" userId="933ce4b9-d23a-4ff8-8313-d7477966b0a5" providerId="ADAL" clId="{7FA73A00-9759-4CD5-AF74-E42E2AEE741A}" dt="2020-06-02T18:42:49.476" v="26" actId="478"/>
          <ac:spMkLst>
            <pc:docMk/>
            <pc:sldMk cId="1516269181" sldId="299"/>
            <ac:spMk id="8" creationId="{3D5E5654-4AA0-44C3-8E78-BEDC972909E0}"/>
          </ac:spMkLst>
        </pc:spChg>
        <pc:spChg chg="del">
          <ac:chgData name="Jon Wallace" userId="933ce4b9-d23a-4ff8-8313-d7477966b0a5" providerId="ADAL" clId="{7FA73A00-9759-4CD5-AF74-E42E2AEE741A}" dt="2020-06-02T18:42:49.476" v="26" actId="478"/>
          <ac:spMkLst>
            <pc:docMk/>
            <pc:sldMk cId="1516269181" sldId="299"/>
            <ac:spMk id="9" creationId="{D98D81A7-8D4D-4464-AF9C-229A49CDCF6C}"/>
          </ac:spMkLst>
        </pc:spChg>
        <pc:spChg chg="add">
          <ac:chgData name="Jon Wallace" userId="933ce4b9-d23a-4ff8-8313-d7477966b0a5" providerId="ADAL" clId="{7FA73A00-9759-4CD5-AF74-E42E2AEE741A}" dt="2020-06-02T18:42:50.340" v="27"/>
          <ac:spMkLst>
            <pc:docMk/>
            <pc:sldMk cId="1516269181" sldId="299"/>
            <ac:spMk id="10" creationId="{66956AF1-3A9B-495C-A313-BA584B3F9DF6}"/>
          </ac:spMkLst>
        </pc:spChg>
        <pc:spChg chg="add del">
          <ac:chgData name="Jon Wallace" userId="933ce4b9-d23a-4ff8-8313-d7477966b0a5" providerId="ADAL" clId="{7FA73A00-9759-4CD5-AF74-E42E2AEE741A}" dt="2020-06-02T18:44:01.908" v="55" actId="478"/>
          <ac:spMkLst>
            <pc:docMk/>
            <pc:sldMk cId="1516269181" sldId="299"/>
            <ac:spMk id="11" creationId="{EE2E818D-CB5A-474D-B137-1B8320A13037}"/>
          </ac:spMkLst>
        </pc:spChg>
        <pc:spChg chg="add">
          <ac:chgData name="Jon Wallace" userId="933ce4b9-d23a-4ff8-8313-d7477966b0a5" providerId="ADAL" clId="{7FA73A00-9759-4CD5-AF74-E42E2AEE741A}" dt="2020-06-02T18:42:50.340" v="27"/>
          <ac:spMkLst>
            <pc:docMk/>
            <pc:sldMk cId="1516269181" sldId="299"/>
            <ac:spMk id="12" creationId="{6A9F3E0E-0CAB-4E3C-9302-5E89FA1A4227}"/>
          </ac:spMkLst>
        </pc:spChg>
        <pc:spChg chg="add">
          <ac:chgData name="Jon Wallace" userId="933ce4b9-d23a-4ff8-8313-d7477966b0a5" providerId="ADAL" clId="{7FA73A00-9759-4CD5-AF74-E42E2AEE741A}" dt="2020-06-02T18:44:02.920" v="56"/>
          <ac:spMkLst>
            <pc:docMk/>
            <pc:sldMk cId="1516269181" sldId="299"/>
            <ac:spMk id="13" creationId="{21694DEC-E5E6-4D14-A259-204DB09D1CDD}"/>
          </ac:spMkLst>
        </pc:spChg>
      </pc:sldChg>
      <pc:sldChg chg="addSp delSp">
        <pc:chgData name="Jon Wallace" userId="933ce4b9-d23a-4ff8-8313-d7477966b0a5" providerId="ADAL" clId="{7FA73A00-9759-4CD5-AF74-E42E2AEE741A}" dt="2020-06-02T18:44:06.962" v="58"/>
        <pc:sldMkLst>
          <pc:docMk/>
          <pc:sldMk cId="2278928913" sldId="300"/>
        </pc:sldMkLst>
        <pc:spChg chg="del">
          <ac:chgData name="Jon Wallace" userId="933ce4b9-d23a-4ff8-8313-d7477966b0a5" providerId="ADAL" clId="{7FA73A00-9759-4CD5-AF74-E42E2AEE741A}" dt="2020-06-02T18:42:54.018" v="28" actId="478"/>
          <ac:spMkLst>
            <pc:docMk/>
            <pc:sldMk cId="2278928913" sldId="300"/>
            <ac:spMk id="7" creationId="{A586300F-BCC0-4CFE-988B-BBF92E5DD65B}"/>
          </ac:spMkLst>
        </pc:spChg>
        <pc:spChg chg="del">
          <ac:chgData name="Jon Wallace" userId="933ce4b9-d23a-4ff8-8313-d7477966b0a5" providerId="ADAL" clId="{7FA73A00-9759-4CD5-AF74-E42E2AEE741A}" dt="2020-06-02T18:42:54.018" v="28" actId="478"/>
          <ac:spMkLst>
            <pc:docMk/>
            <pc:sldMk cId="2278928913" sldId="300"/>
            <ac:spMk id="8" creationId="{84F5DE4E-234B-44B9-B11B-BA5C694AA29F}"/>
          </ac:spMkLst>
        </pc:spChg>
        <pc:spChg chg="del">
          <ac:chgData name="Jon Wallace" userId="933ce4b9-d23a-4ff8-8313-d7477966b0a5" providerId="ADAL" clId="{7FA73A00-9759-4CD5-AF74-E42E2AEE741A}" dt="2020-06-02T18:42:54.018" v="28" actId="478"/>
          <ac:spMkLst>
            <pc:docMk/>
            <pc:sldMk cId="2278928913" sldId="300"/>
            <ac:spMk id="9" creationId="{1448D284-C79D-4376-9477-6CE971E3D6D0}"/>
          </ac:spMkLst>
        </pc:spChg>
        <pc:spChg chg="add">
          <ac:chgData name="Jon Wallace" userId="933ce4b9-d23a-4ff8-8313-d7477966b0a5" providerId="ADAL" clId="{7FA73A00-9759-4CD5-AF74-E42E2AEE741A}" dt="2020-06-02T18:42:55.013" v="29"/>
          <ac:spMkLst>
            <pc:docMk/>
            <pc:sldMk cId="2278928913" sldId="300"/>
            <ac:spMk id="10" creationId="{DDD2BC88-61E4-448E-BD5F-29DB59F2D922}"/>
          </ac:spMkLst>
        </pc:spChg>
        <pc:spChg chg="add del">
          <ac:chgData name="Jon Wallace" userId="933ce4b9-d23a-4ff8-8313-d7477966b0a5" providerId="ADAL" clId="{7FA73A00-9759-4CD5-AF74-E42E2AEE741A}" dt="2020-06-02T18:44:05.972" v="57" actId="478"/>
          <ac:spMkLst>
            <pc:docMk/>
            <pc:sldMk cId="2278928913" sldId="300"/>
            <ac:spMk id="11" creationId="{4C2BEC16-B0E0-4D56-A47B-3C9900191CA9}"/>
          </ac:spMkLst>
        </pc:spChg>
        <pc:spChg chg="add">
          <ac:chgData name="Jon Wallace" userId="933ce4b9-d23a-4ff8-8313-d7477966b0a5" providerId="ADAL" clId="{7FA73A00-9759-4CD5-AF74-E42E2AEE741A}" dt="2020-06-02T18:42:55.013" v="29"/>
          <ac:spMkLst>
            <pc:docMk/>
            <pc:sldMk cId="2278928913" sldId="300"/>
            <ac:spMk id="12" creationId="{252660A1-ACA7-410A-BC2A-5F2BD9DDE229}"/>
          </ac:spMkLst>
        </pc:spChg>
        <pc:spChg chg="add">
          <ac:chgData name="Jon Wallace" userId="933ce4b9-d23a-4ff8-8313-d7477966b0a5" providerId="ADAL" clId="{7FA73A00-9759-4CD5-AF74-E42E2AEE741A}" dt="2020-06-02T18:44:06.962" v="58"/>
          <ac:spMkLst>
            <pc:docMk/>
            <pc:sldMk cId="2278928913" sldId="300"/>
            <ac:spMk id="13" creationId="{44AA68B7-004D-4C80-8AF9-B9A9F7CBDE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5074A8-7CF5-2340-94E8-87B223D7718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a:extLst>
              <a:ext uri="{FF2B5EF4-FFF2-40B4-BE49-F238E27FC236}">
                <a16:creationId xmlns:a16="http://schemas.microsoft.com/office/drawing/2014/main" id="{E0E46CAE-9E23-F042-A7C1-0B051D23869C}"/>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vl1pPr>
          </a:lstStyle>
          <a:p>
            <a:pPr>
              <a:defRPr/>
            </a:pPr>
            <a:fld id="{5BF5FD06-6E3A-564E-8158-9F349FE46D92}" type="datetimeFigureOut">
              <a:rPr lang="en-US"/>
              <a:pPr>
                <a:defRPr/>
              </a:pPr>
              <a:t>4/24/2022</a:t>
            </a:fld>
            <a:endParaRPr lang="en-US"/>
          </a:p>
        </p:txBody>
      </p:sp>
      <p:sp>
        <p:nvSpPr>
          <p:cNvPr id="4" name="Slide Image Placeholder 3">
            <a:extLst>
              <a:ext uri="{FF2B5EF4-FFF2-40B4-BE49-F238E27FC236}">
                <a16:creationId xmlns:a16="http://schemas.microsoft.com/office/drawing/2014/main" id="{164367CB-9B5D-EB45-B7AC-56A2D70284CD}"/>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1D20D99-804E-3047-B9D6-496FDF4DFA63}"/>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08D3E35-ADBF-304C-B105-45F5EABB5DEA}"/>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vl1pPr>
          </a:lstStyle>
          <a:p>
            <a:pPr>
              <a:defRPr/>
            </a:pPr>
            <a:endParaRPr lang="en-US"/>
          </a:p>
        </p:txBody>
      </p:sp>
      <p:sp>
        <p:nvSpPr>
          <p:cNvPr id="7" name="Slide Number Placeholder 6">
            <a:extLst>
              <a:ext uri="{FF2B5EF4-FFF2-40B4-BE49-F238E27FC236}">
                <a16:creationId xmlns:a16="http://schemas.microsoft.com/office/drawing/2014/main" id="{ED415FB9-A4DF-614F-8B99-3C0F2697ADB0}"/>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hangingPunct="1">
              <a:defRPr sz="1200"/>
            </a:lvl1pPr>
          </a:lstStyle>
          <a:p>
            <a:pPr>
              <a:defRPr/>
            </a:pPr>
            <a:fld id="{979E23E5-5B3F-2C46-B6C7-92468999CCAD}"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body cop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ABD86-2AF5-F741-B9A5-03553881F8A8}"/>
              </a:ext>
            </a:extLst>
          </p:cNvPr>
          <p:cNvSpPr txBox="1">
            <a:spLocks/>
          </p:cNvSpPr>
          <p:nvPr userDrawn="1"/>
        </p:nvSpPr>
        <p:spPr bwMode="auto">
          <a:xfrm>
            <a:off x="457200" y="838200"/>
            <a:ext cx="8229600" cy="762000"/>
          </a:xfrm>
          <a:prstGeom prst="rect">
            <a:avLst/>
          </a:prstGeom>
          <a:noFill/>
          <a:ln>
            <a:noFill/>
          </a:ln>
          <a:extLst>
            <a:ext uri="{909E8E84-426E-40dd-AFC4-6F175D3DCCD1}"/>
            <a:ext uri="{91240B29-F687-4f45-9708-019B960494DF}"/>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sz="3600" dirty="0">
                <a:solidFill>
                  <a:srgbClr val="C12030"/>
                </a:solidFill>
                <a:latin typeface="Helvetica CE" charset="0"/>
                <a:cs typeface="Helvetica CE" charset="0"/>
              </a:rPr>
              <a:t>Headline </a:t>
            </a:r>
            <a:r>
              <a:rPr lang="en-US" sz="3600" dirty="0" err="1">
                <a:solidFill>
                  <a:srgbClr val="C12030"/>
                </a:solidFill>
                <a:latin typeface="Helvetica CE" charset="0"/>
                <a:cs typeface="Helvetica CE" charset="0"/>
              </a:rPr>
              <a:t>Lorem</a:t>
            </a:r>
            <a:r>
              <a:rPr lang="en-US" sz="3600" dirty="0">
                <a:solidFill>
                  <a:srgbClr val="C12030"/>
                </a:solidFill>
                <a:latin typeface="Helvetica CE" charset="0"/>
                <a:cs typeface="Helvetica CE" charset="0"/>
              </a:rPr>
              <a:t> </a:t>
            </a:r>
            <a:r>
              <a:rPr lang="en-US" sz="3600" dirty="0" err="1">
                <a:solidFill>
                  <a:srgbClr val="C12030"/>
                </a:solidFill>
                <a:latin typeface="Helvetica CE" charset="0"/>
                <a:cs typeface="Helvetica CE" charset="0"/>
              </a:rPr>
              <a:t>Ipsum</a:t>
            </a:r>
            <a:br>
              <a:rPr lang="en-US" sz="3600" dirty="0">
                <a:solidFill>
                  <a:srgbClr val="C12030"/>
                </a:solidFill>
                <a:latin typeface="Helvetica CE" charset="0"/>
                <a:cs typeface="Helvetica CE" charset="0"/>
              </a:rPr>
            </a:br>
            <a:br>
              <a:rPr lang="en-US" sz="3600" dirty="0">
                <a:latin typeface="Helvetica CE" charset="0"/>
                <a:cs typeface="Helvetica CE" charset="0"/>
              </a:rPr>
            </a:br>
            <a:endParaRPr lang="en-US" sz="3600" dirty="0">
              <a:solidFill>
                <a:srgbClr val="C12030"/>
              </a:solidFill>
              <a:latin typeface="Helvetica CE" charset="0"/>
              <a:cs typeface="Helvetica CE" charset="0"/>
            </a:endParaRPr>
          </a:p>
        </p:txBody>
      </p:sp>
      <p:sp>
        <p:nvSpPr>
          <p:cNvPr id="3" name="TextBox 2">
            <a:extLst>
              <a:ext uri="{FF2B5EF4-FFF2-40B4-BE49-F238E27FC236}">
                <a16:creationId xmlns:a16="http://schemas.microsoft.com/office/drawing/2014/main" id="{153C338F-2928-B144-83FF-DF34C167AE7B}"/>
              </a:ext>
            </a:extLst>
          </p:cNvPr>
          <p:cNvSpPr txBox="1">
            <a:spLocks noChangeArrowheads="1"/>
          </p:cNvSpPr>
          <p:nvPr userDrawn="1"/>
        </p:nvSpPr>
        <p:spPr bwMode="auto">
          <a:xfrm>
            <a:off x="457200" y="1600200"/>
            <a:ext cx="8229600" cy="461963"/>
          </a:xfrm>
          <a:prstGeom prst="rect">
            <a:avLst/>
          </a:prstGeom>
          <a:noFill/>
          <a:ln>
            <a:noFill/>
          </a:ln>
          <a:extLst>
            <a:ext uri="{909E8E84-426E-40dd-AFC4-6F175D3DCCD1}"/>
            <a:ext uri="{91240B29-F687-4f45-9708-019B960494DF}"/>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dirty="0">
                <a:latin typeface="ITC New Baskerville Roman" charset="0"/>
              </a:rPr>
              <a:t>Body content.</a:t>
            </a:r>
          </a:p>
        </p:txBody>
      </p:sp>
      <p:sp>
        <p:nvSpPr>
          <p:cNvPr id="5" name="Footer Placeholder 4">
            <a:extLst>
              <a:ext uri="{FF2B5EF4-FFF2-40B4-BE49-F238E27FC236}">
                <a16:creationId xmlns:a16="http://schemas.microsoft.com/office/drawing/2014/main" id="{864D747D-1AA4-6B47-B9FD-F518BE86035E}"/>
              </a:ext>
            </a:extLst>
          </p:cNvPr>
          <p:cNvSpPr>
            <a:spLocks noGrp="1"/>
          </p:cNvSpPr>
          <p:nvPr>
            <p:ph type="ftr" sz="quarter" idx="11"/>
          </p:nvPr>
        </p:nvSpPr>
        <p:spPr/>
        <p:txBody>
          <a:bodyPr/>
          <a:lstStyle>
            <a:lvl1pPr>
              <a:defRPr/>
            </a:lvl1pPr>
          </a:lstStyle>
          <a:p>
            <a:pPr>
              <a:defRPr/>
            </a:pPr>
            <a:r>
              <a:rPr lang="en-US"/>
              <a:t>ENSYS7374: A.I. in Energy Systems</a:t>
            </a:r>
            <a:endParaRPr lang="en-US" dirty="0"/>
          </a:p>
        </p:txBody>
      </p:sp>
      <p:sp>
        <p:nvSpPr>
          <p:cNvPr id="7" name="Date Placeholder 3">
            <a:extLst>
              <a:ext uri="{FF2B5EF4-FFF2-40B4-BE49-F238E27FC236}">
                <a16:creationId xmlns:a16="http://schemas.microsoft.com/office/drawing/2014/main" id="{6040DC05-6CF1-CF47-9889-50AA330B873D}"/>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anose="020F0502020204030204" pitchFamily="34" charset="0"/>
              </a:defRPr>
            </a:lvl1pPr>
          </a:lstStyle>
          <a:p>
            <a:pPr>
              <a:defRPr/>
            </a:pPr>
            <a:r>
              <a:rPr lang="en-US" altLang="en-US" dirty="0"/>
              <a:t>9/25/2019</a:t>
            </a:r>
          </a:p>
        </p:txBody>
      </p:sp>
      <p:sp>
        <p:nvSpPr>
          <p:cNvPr id="8" name="Slide Number Placeholder 5">
            <a:extLst>
              <a:ext uri="{FF2B5EF4-FFF2-40B4-BE49-F238E27FC236}">
                <a16:creationId xmlns:a16="http://schemas.microsoft.com/office/drawing/2014/main" id="{1538F38F-890E-5344-BFA6-E78C9A6CE7F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r>
              <a:rPr lang="en-US" altLang="en-US" dirty="0"/>
              <a:t>Week 4: Slide </a:t>
            </a:r>
            <a:fld id="{664BEF6D-A186-0B4B-B715-9670FA1CDF02}" type="slidenum">
              <a:rPr lang="en-US" altLang="en-US" smtClean="0"/>
              <a:pPr>
                <a:defRPr/>
              </a:pPr>
              <a:t>‹#›</a:t>
            </a:fld>
            <a:endParaRPr lang="en-US" altLang="en-US" dirty="0"/>
          </a:p>
        </p:txBody>
      </p:sp>
    </p:spTree>
    <p:extLst>
      <p:ext uri="{BB962C8B-B14F-4D97-AF65-F5344CB8AC3E}">
        <p14:creationId xmlns:p14="http://schemas.microsoft.com/office/powerpoint/2010/main" val="1706916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p:cNvSpPr>
            <a:spLocks noGrp="1"/>
          </p:cNvSpPr>
          <p:nvPr>
            <p:ph type="ctrTitle"/>
          </p:nvPr>
        </p:nvSpPr>
        <p:spPr>
          <a:xfrm>
            <a:off x="457200" y="838201"/>
            <a:ext cx="8229600" cy="762000"/>
          </a:xfrm>
          <a:prstGeom prst="rect">
            <a:avLst/>
          </a:prstGeom>
        </p:spPr>
        <p:txBody>
          <a:bodyPr anchor="t">
            <a:noAutofit/>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B22FB8D-C32D-2C41-BEC4-A5E06163417D}"/>
              </a:ext>
            </a:extLst>
          </p:cNvPr>
          <p:cNvSpPr>
            <a:spLocks noGrp="1"/>
          </p:cNvSpPr>
          <p:nvPr>
            <p:ph type="ftr" sz="quarter" idx="11"/>
          </p:nvPr>
        </p:nvSpPr>
        <p:spPr/>
        <p:txBody>
          <a:bodyPr/>
          <a:lstStyle>
            <a:lvl1pPr>
              <a:defRPr/>
            </a:lvl1pPr>
          </a:lstStyle>
          <a:p>
            <a:pPr>
              <a:defRPr/>
            </a:pPr>
            <a:r>
              <a:rPr lang="en-US"/>
              <a:t>ENSYS7374: A.I. in Energy Systems</a:t>
            </a:r>
            <a:endParaRPr lang="en-US" dirty="0"/>
          </a:p>
        </p:txBody>
      </p:sp>
      <p:sp>
        <p:nvSpPr>
          <p:cNvPr id="8" name="Date Placeholder 3">
            <a:extLst>
              <a:ext uri="{FF2B5EF4-FFF2-40B4-BE49-F238E27FC236}">
                <a16:creationId xmlns:a16="http://schemas.microsoft.com/office/drawing/2014/main" id="{425844F4-1714-594B-80F6-C0AC802F9B58}"/>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anose="020F0502020204030204" pitchFamily="34" charset="0"/>
              </a:defRPr>
            </a:lvl1pPr>
          </a:lstStyle>
          <a:p>
            <a:pPr>
              <a:defRPr/>
            </a:pPr>
            <a:r>
              <a:rPr lang="en-US" altLang="en-US" dirty="0"/>
              <a:t>9/25/2019</a:t>
            </a:r>
          </a:p>
        </p:txBody>
      </p:sp>
      <p:sp>
        <p:nvSpPr>
          <p:cNvPr id="9" name="Slide Number Placeholder 5">
            <a:extLst>
              <a:ext uri="{FF2B5EF4-FFF2-40B4-BE49-F238E27FC236}">
                <a16:creationId xmlns:a16="http://schemas.microsoft.com/office/drawing/2014/main" id="{3BD30A38-A450-CB47-9049-01C1419AA674}"/>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r>
              <a:rPr lang="en-US" altLang="en-US" dirty="0"/>
              <a:t>Week 4: Slide </a:t>
            </a:r>
            <a:fld id="{664BEF6D-A186-0B4B-B715-9670FA1CDF02}" type="slidenum">
              <a:rPr lang="en-US" altLang="en-US" smtClean="0"/>
              <a:pPr>
                <a:defRPr/>
              </a:pPr>
              <a:t>‹#›</a:t>
            </a:fld>
            <a:endParaRPr lang="en-US" altLang="en-US" dirty="0"/>
          </a:p>
        </p:txBody>
      </p:sp>
    </p:spTree>
    <p:extLst>
      <p:ext uri="{BB962C8B-B14F-4D97-AF65-F5344CB8AC3E}">
        <p14:creationId xmlns:p14="http://schemas.microsoft.com/office/powerpoint/2010/main" val="2242308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406900"/>
            <a:ext cx="8229600" cy="1304421"/>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457200" y="2906713"/>
            <a:ext cx="8229600" cy="14366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Footer Placeholder 4">
            <a:extLst>
              <a:ext uri="{FF2B5EF4-FFF2-40B4-BE49-F238E27FC236}">
                <a16:creationId xmlns:a16="http://schemas.microsoft.com/office/drawing/2014/main" id="{211B9752-F2B2-2E45-8B8F-4DAE69852434}"/>
              </a:ext>
            </a:extLst>
          </p:cNvPr>
          <p:cNvSpPr>
            <a:spLocks noGrp="1"/>
          </p:cNvSpPr>
          <p:nvPr>
            <p:ph type="ftr" sz="quarter" idx="11"/>
          </p:nvPr>
        </p:nvSpPr>
        <p:spPr>
          <a:xfrm>
            <a:off x="3124200" y="6356350"/>
            <a:ext cx="2895600" cy="365125"/>
          </a:xfrm>
        </p:spPr>
        <p:txBody>
          <a:bodyPr/>
          <a:lstStyle>
            <a:lvl1pPr>
              <a:defRPr/>
            </a:lvl1pPr>
          </a:lstStyle>
          <a:p>
            <a:pPr>
              <a:defRPr/>
            </a:pPr>
            <a:r>
              <a:rPr lang="en-US"/>
              <a:t>ENSYS7374: A.I. in Energy Systems</a:t>
            </a:r>
            <a:endParaRPr lang="en-US" dirty="0"/>
          </a:p>
        </p:txBody>
      </p:sp>
      <p:sp>
        <p:nvSpPr>
          <p:cNvPr id="10" name="Date Placeholder 3">
            <a:extLst>
              <a:ext uri="{FF2B5EF4-FFF2-40B4-BE49-F238E27FC236}">
                <a16:creationId xmlns:a16="http://schemas.microsoft.com/office/drawing/2014/main" id="{D060C906-BC39-024C-B5ED-E1F9F1AAFCEB}"/>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anose="020F0502020204030204" pitchFamily="34" charset="0"/>
              </a:defRPr>
            </a:lvl1pPr>
          </a:lstStyle>
          <a:p>
            <a:pPr>
              <a:defRPr/>
            </a:pPr>
            <a:r>
              <a:rPr lang="en-US" altLang="en-US" dirty="0"/>
              <a:t>9/25/2019</a:t>
            </a:r>
          </a:p>
        </p:txBody>
      </p:sp>
      <p:sp>
        <p:nvSpPr>
          <p:cNvPr id="11" name="Slide Number Placeholder 5">
            <a:extLst>
              <a:ext uri="{FF2B5EF4-FFF2-40B4-BE49-F238E27FC236}">
                <a16:creationId xmlns:a16="http://schemas.microsoft.com/office/drawing/2014/main" id="{D0BFD014-7B62-A440-A858-5E0F41E9548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r>
              <a:rPr lang="en-US" altLang="en-US" dirty="0"/>
              <a:t>Week 4: Slide </a:t>
            </a:r>
            <a:fld id="{664BEF6D-A186-0B4B-B715-9670FA1CDF02}" type="slidenum">
              <a:rPr lang="en-US" altLang="en-US" smtClean="0"/>
              <a:pPr>
                <a:defRPr/>
              </a:pPr>
              <a:t>‹#›</a:t>
            </a:fld>
            <a:endParaRPr lang="en-US" altLang="en-US" dirty="0"/>
          </a:p>
        </p:txBody>
      </p:sp>
    </p:spTree>
    <p:extLst>
      <p:ext uri="{BB962C8B-B14F-4D97-AF65-F5344CB8AC3E}">
        <p14:creationId xmlns:p14="http://schemas.microsoft.com/office/powerpoint/2010/main" val="2767331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ctrTitle"/>
          </p:nvPr>
        </p:nvSpPr>
        <p:spPr>
          <a:xfrm>
            <a:off x="457200" y="838201"/>
            <a:ext cx="8229600" cy="762000"/>
          </a:xfrm>
          <a:prstGeom prst="rect">
            <a:avLst/>
          </a:prstGeom>
        </p:spPr>
        <p:txBody>
          <a:bodyPr anchor="t">
            <a:noAutofit/>
          </a:body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EEFA809B-2561-9141-8FED-91372AAE88F0}"/>
              </a:ext>
            </a:extLst>
          </p:cNvPr>
          <p:cNvSpPr>
            <a:spLocks noGrp="1"/>
          </p:cNvSpPr>
          <p:nvPr>
            <p:ph type="ftr" sz="quarter" idx="11"/>
          </p:nvPr>
        </p:nvSpPr>
        <p:spPr>
          <a:xfrm>
            <a:off x="3124200" y="6356350"/>
            <a:ext cx="2895600" cy="365125"/>
          </a:xfrm>
        </p:spPr>
        <p:txBody>
          <a:bodyPr/>
          <a:lstStyle>
            <a:lvl1pPr>
              <a:defRPr/>
            </a:lvl1pPr>
          </a:lstStyle>
          <a:p>
            <a:pPr>
              <a:defRPr/>
            </a:pPr>
            <a:r>
              <a:rPr lang="en-US"/>
              <a:t>ENSYS7374: A.I. in Energy Systems</a:t>
            </a:r>
            <a:endParaRPr lang="en-US" dirty="0"/>
          </a:p>
        </p:txBody>
      </p:sp>
      <p:sp>
        <p:nvSpPr>
          <p:cNvPr id="12" name="Date Placeholder 3">
            <a:extLst>
              <a:ext uri="{FF2B5EF4-FFF2-40B4-BE49-F238E27FC236}">
                <a16:creationId xmlns:a16="http://schemas.microsoft.com/office/drawing/2014/main" id="{8F7A98A4-C872-224F-8E4A-F4E9542EF48F}"/>
              </a:ext>
            </a:extLst>
          </p:cNvPr>
          <p:cNvSpPr>
            <a:spLocks noGrp="1"/>
          </p:cNvSpPr>
          <p:nvPr>
            <p:ph type="dt" sz="half" idx="1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anose="020F0502020204030204" pitchFamily="34" charset="0"/>
              </a:defRPr>
            </a:lvl1pPr>
          </a:lstStyle>
          <a:p>
            <a:pPr>
              <a:defRPr/>
            </a:pPr>
            <a:r>
              <a:rPr lang="en-US" altLang="en-US" dirty="0"/>
              <a:t>9/25/2019</a:t>
            </a:r>
          </a:p>
        </p:txBody>
      </p:sp>
      <p:sp>
        <p:nvSpPr>
          <p:cNvPr id="13" name="Slide Number Placeholder 5">
            <a:extLst>
              <a:ext uri="{FF2B5EF4-FFF2-40B4-BE49-F238E27FC236}">
                <a16:creationId xmlns:a16="http://schemas.microsoft.com/office/drawing/2014/main" id="{C544D948-1ED8-B040-9839-1D6FFBF65E06}"/>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r>
              <a:rPr lang="en-US" altLang="en-US" dirty="0"/>
              <a:t>Week 4: Slide </a:t>
            </a:r>
            <a:fld id="{664BEF6D-A186-0B4B-B715-9670FA1CDF02}" type="slidenum">
              <a:rPr lang="en-US" altLang="en-US" smtClean="0"/>
              <a:pPr>
                <a:defRPr/>
              </a:pPr>
              <a:t>‹#›</a:t>
            </a:fld>
            <a:endParaRPr lang="en-US" altLang="en-US" dirty="0"/>
          </a:p>
        </p:txBody>
      </p:sp>
    </p:spTree>
    <p:extLst>
      <p:ext uri="{BB962C8B-B14F-4D97-AF65-F5344CB8AC3E}">
        <p14:creationId xmlns:p14="http://schemas.microsoft.com/office/powerpoint/2010/main" val="3645692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808038"/>
          </a:xfrm>
          <a:prstGeom prst="rect">
            <a:avLst/>
          </a:prstGeo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DCAFE215-F802-1D40-8F54-20C0E8BE96C1}"/>
              </a:ext>
            </a:extLst>
          </p:cNvPr>
          <p:cNvSpPr>
            <a:spLocks noGrp="1"/>
          </p:cNvSpPr>
          <p:nvPr>
            <p:ph type="ftr" sz="quarter" idx="11"/>
          </p:nvPr>
        </p:nvSpPr>
        <p:spPr>
          <a:xfrm>
            <a:off x="3124200" y="6356350"/>
            <a:ext cx="2895600" cy="365125"/>
          </a:xfrm>
        </p:spPr>
        <p:txBody>
          <a:bodyPr/>
          <a:lstStyle>
            <a:lvl1pPr>
              <a:defRPr/>
            </a:lvl1pPr>
          </a:lstStyle>
          <a:p>
            <a:pPr>
              <a:defRPr/>
            </a:pPr>
            <a:r>
              <a:rPr lang="en-US"/>
              <a:t>ENSYS7374: A.I. in Energy Systems</a:t>
            </a:r>
            <a:endParaRPr lang="en-US" dirty="0"/>
          </a:p>
        </p:txBody>
      </p:sp>
      <p:sp>
        <p:nvSpPr>
          <p:cNvPr id="13" name="Date Placeholder 3">
            <a:extLst>
              <a:ext uri="{FF2B5EF4-FFF2-40B4-BE49-F238E27FC236}">
                <a16:creationId xmlns:a16="http://schemas.microsoft.com/office/drawing/2014/main" id="{3C881C65-AA16-CB49-B060-045278452197}"/>
              </a:ext>
            </a:extLst>
          </p:cNvPr>
          <p:cNvSpPr>
            <a:spLocks noGrp="1"/>
          </p:cNvSpPr>
          <p:nvPr>
            <p:ph type="dt" sz="half" idx="1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anose="020F0502020204030204" pitchFamily="34" charset="0"/>
              </a:defRPr>
            </a:lvl1pPr>
          </a:lstStyle>
          <a:p>
            <a:pPr>
              <a:defRPr/>
            </a:pPr>
            <a:r>
              <a:rPr lang="en-US" altLang="en-US" dirty="0"/>
              <a:t>9/25/2019</a:t>
            </a:r>
          </a:p>
        </p:txBody>
      </p:sp>
      <p:sp>
        <p:nvSpPr>
          <p:cNvPr id="14" name="Slide Number Placeholder 5">
            <a:extLst>
              <a:ext uri="{FF2B5EF4-FFF2-40B4-BE49-F238E27FC236}">
                <a16:creationId xmlns:a16="http://schemas.microsoft.com/office/drawing/2014/main" id="{43C46100-5B2A-C647-817B-FFF8185D091E}"/>
              </a:ext>
            </a:extLst>
          </p:cNvPr>
          <p:cNvSpPr>
            <a:spLocks noGrp="1"/>
          </p:cNvSpPr>
          <p:nvPr>
            <p:ph type="sldNum" sz="quarter" idx="13"/>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r>
              <a:rPr lang="en-US" altLang="en-US" dirty="0"/>
              <a:t>Week 4: Slide </a:t>
            </a:r>
            <a:fld id="{664BEF6D-A186-0B4B-B715-9670FA1CDF02}" type="slidenum">
              <a:rPr lang="en-US" altLang="en-US" smtClean="0"/>
              <a:pPr>
                <a:defRPr/>
              </a:pPr>
              <a:t>‹#›</a:t>
            </a:fld>
            <a:endParaRPr lang="en-US" altLang="en-US" dirty="0"/>
          </a:p>
        </p:txBody>
      </p:sp>
    </p:spTree>
    <p:extLst>
      <p:ext uri="{BB962C8B-B14F-4D97-AF65-F5344CB8AC3E}">
        <p14:creationId xmlns:p14="http://schemas.microsoft.com/office/powerpoint/2010/main" val="4174436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92162"/>
            <a:ext cx="8229600" cy="960438"/>
          </a:xfrm>
          <a:prstGeom prst="rect">
            <a:avLst/>
          </a:prstGeom>
        </p:spPr>
        <p:txBody>
          <a:bodyPr>
            <a:normAutofit/>
          </a:bodyPr>
          <a:lstStyle>
            <a:lvl1pPr>
              <a:defRPr sz="3200"/>
            </a:lvl1pPr>
          </a:lstStyle>
          <a:p>
            <a:r>
              <a:rPr lang="en-US" dirty="0"/>
              <a:t>Click to edit Master title style</a:t>
            </a:r>
          </a:p>
        </p:txBody>
      </p:sp>
      <p:sp>
        <p:nvSpPr>
          <p:cNvPr id="8" name="Footer Placeholder 4">
            <a:extLst>
              <a:ext uri="{FF2B5EF4-FFF2-40B4-BE49-F238E27FC236}">
                <a16:creationId xmlns:a16="http://schemas.microsoft.com/office/drawing/2014/main" id="{B4625E16-5198-DE48-ACD4-83E3B801890D}"/>
              </a:ext>
            </a:extLst>
          </p:cNvPr>
          <p:cNvSpPr>
            <a:spLocks noGrp="1"/>
          </p:cNvSpPr>
          <p:nvPr>
            <p:ph type="ftr" sz="quarter" idx="11"/>
          </p:nvPr>
        </p:nvSpPr>
        <p:spPr>
          <a:xfrm>
            <a:off x="3124200" y="6356350"/>
            <a:ext cx="2895600" cy="365125"/>
          </a:xfrm>
        </p:spPr>
        <p:txBody>
          <a:bodyPr/>
          <a:lstStyle>
            <a:lvl1pPr>
              <a:defRPr/>
            </a:lvl1pPr>
          </a:lstStyle>
          <a:p>
            <a:pPr>
              <a:defRPr/>
            </a:pPr>
            <a:r>
              <a:rPr lang="en-US"/>
              <a:t>ENSYS7374: A.I. in Energy Systems</a:t>
            </a:r>
            <a:endParaRPr lang="en-US" dirty="0"/>
          </a:p>
        </p:txBody>
      </p:sp>
      <p:sp>
        <p:nvSpPr>
          <p:cNvPr id="6" name="Date Placeholder 3">
            <a:extLst>
              <a:ext uri="{FF2B5EF4-FFF2-40B4-BE49-F238E27FC236}">
                <a16:creationId xmlns:a16="http://schemas.microsoft.com/office/drawing/2014/main" id="{8D6931AE-7271-DE4E-8E42-10AAFBE396B5}"/>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anose="020F0502020204030204" pitchFamily="34" charset="0"/>
              </a:defRPr>
            </a:lvl1pPr>
          </a:lstStyle>
          <a:p>
            <a:pPr>
              <a:defRPr/>
            </a:pPr>
            <a:r>
              <a:rPr lang="en-US" altLang="en-US" dirty="0"/>
              <a:t>9/25/2019</a:t>
            </a:r>
          </a:p>
        </p:txBody>
      </p:sp>
      <p:sp>
        <p:nvSpPr>
          <p:cNvPr id="10" name="Slide Number Placeholder 5">
            <a:extLst>
              <a:ext uri="{FF2B5EF4-FFF2-40B4-BE49-F238E27FC236}">
                <a16:creationId xmlns:a16="http://schemas.microsoft.com/office/drawing/2014/main" id="{745837BC-DDA5-244C-A3B6-DC9C52751E39}"/>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r>
              <a:rPr lang="en-US" altLang="en-US" dirty="0"/>
              <a:t>Week 4: Slide </a:t>
            </a:r>
            <a:fld id="{664BEF6D-A186-0B4B-B715-9670FA1CDF02}" type="slidenum">
              <a:rPr lang="en-US" altLang="en-US" smtClean="0"/>
              <a:pPr>
                <a:defRPr/>
              </a:pPr>
              <a:t>‹#›</a:t>
            </a:fld>
            <a:endParaRPr lang="en-US" altLang="en-US" dirty="0"/>
          </a:p>
        </p:txBody>
      </p:sp>
    </p:spTree>
    <p:extLst>
      <p:ext uri="{BB962C8B-B14F-4D97-AF65-F5344CB8AC3E}">
        <p14:creationId xmlns:p14="http://schemas.microsoft.com/office/powerpoint/2010/main" val="2619978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019B9135-4A70-B34E-9A77-B9F8CB918A2D}"/>
              </a:ext>
            </a:extLst>
          </p:cNvPr>
          <p:cNvSpPr>
            <a:spLocks noGrp="1"/>
          </p:cNvSpPr>
          <p:nvPr>
            <p:ph type="ftr" sz="quarter" idx="11"/>
          </p:nvPr>
        </p:nvSpPr>
        <p:spPr>
          <a:xfrm>
            <a:off x="3124200" y="6356350"/>
            <a:ext cx="2895600" cy="365125"/>
          </a:xfrm>
        </p:spPr>
        <p:txBody>
          <a:bodyPr/>
          <a:lstStyle>
            <a:lvl1pPr>
              <a:defRPr/>
            </a:lvl1pPr>
          </a:lstStyle>
          <a:p>
            <a:pPr>
              <a:defRPr/>
            </a:pPr>
            <a:r>
              <a:rPr lang="en-US"/>
              <a:t>ENSYS7374: A.I. in Energy Systems</a:t>
            </a:r>
            <a:endParaRPr lang="en-US" dirty="0"/>
          </a:p>
        </p:txBody>
      </p:sp>
      <p:sp>
        <p:nvSpPr>
          <p:cNvPr id="8" name="Date Placeholder 3">
            <a:extLst>
              <a:ext uri="{FF2B5EF4-FFF2-40B4-BE49-F238E27FC236}">
                <a16:creationId xmlns:a16="http://schemas.microsoft.com/office/drawing/2014/main" id="{BCA8C11D-B907-C644-9860-1C56C97B52E7}"/>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anose="020F0502020204030204" pitchFamily="34" charset="0"/>
              </a:defRPr>
            </a:lvl1pPr>
          </a:lstStyle>
          <a:p>
            <a:pPr>
              <a:defRPr/>
            </a:pPr>
            <a:r>
              <a:rPr lang="en-US" altLang="en-US" dirty="0"/>
              <a:t>9/25/2019</a:t>
            </a:r>
          </a:p>
        </p:txBody>
      </p:sp>
      <p:sp>
        <p:nvSpPr>
          <p:cNvPr id="9" name="Slide Number Placeholder 5">
            <a:extLst>
              <a:ext uri="{FF2B5EF4-FFF2-40B4-BE49-F238E27FC236}">
                <a16:creationId xmlns:a16="http://schemas.microsoft.com/office/drawing/2014/main" id="{1DD2E7FC-032D-5847-9200-4DDD5500318F}"/>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r>
              <a:rPr lang="en-US" altLang="en-US" dirty="0"/>
              <a:t>Week 4: Slide </a:t>
            </a:r>
            <a:fld id="{664BEF6D-A186-0B4B-B715-9670FA1CDF02}" type="slidenum">
              <a:rPr lang="en-US" altLang="en-US" smtClean="0"/>
              <a:pPr>
                <a:defRPr/>
              </a:pPr>
              <a:t>‹#›</a:t>
            </a:fld>
            <a:endParaRPr lang="en-US" altLang="en-US" dirty="0"/>
          </a:p>
        </p:txBody>
      </p:sp>
    </p:spTree>
    <p:extLst>
      <p:ext uri="{BB962C8B-B14F-4D97-AF65-F5344CB8AC3E}">
        <p14:creationId xmlns:p14="http://schemas.microsoft.com/office/powerpoint/2010/main" val="2073102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3008313" cy="673100"/>
          </a:xfrm>
          <a:prstGeom prst="rect">
            <a:avLst/>
          </a:prstGeo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762000"/>
            <a:ext cx="5111750" cy="53641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524000"/>
            <a:ext cx="3008313" cy="46021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Footer Placeholder 4">
            <a:extLst>
              <a:ext uri="{FF2B5EF4-FFF2-40B4-BE49-F238E27FC236}">
                <a16:creationId xmlns:a16="http://schemas.microsoft.com/office/drawing/2014/main" id="{54DD8858-A6FC-B14B-B8EA-4A75A5200005}"/>
              </a:ext>
            </a:extLst>
          </p:cNvPr>
          <p:cNvSpPr>
            <a:spLocks noGrp="1"/>
          </p:cNvSpPr>
          <p:nvPr>
            <p:ph type="ftr" sz="quarter" idx="11"/>
          </p:nvPr>
        </p:nvSpPr>
        <p:spPr>
          <a:xfrm>
            <a:off x="3124200" y="6356350"/>
            <a:ext cx="2895600" cy="365125"/>
          </a:xfrm>
        </p:spPr>
        <p:txBody>
          <a:bodyPr/>
          <a:lstStyle>
            <a:lvl1pPr>
              <a:defRPr/>
            </a:lvl1pPr>
          </a:lstStyle>
          <a:p>
            <a:pPr>
              <a:defRPr/>
            </a:pPr>
            <a:r>
              <a:rPr lang="en-US"/>
              <a:t>ENSYS7374: A.I. in Energy Systems</a:t>
            </a:r>
            <a:endParaRPr lang="en-US" dirty="0"/>
          </a:p>
        </p:txBody>
      </p:sp>
      <p:sp>
        <p:nvSpPr>
          <p:cNvPr id="11" name="Date Placeholder 3">
            <a:extLst>
              <a:ext uri="{FF2B5EF4-FFF2-40B4-BE49-F238E27FC236}">
                <a16:creationId xmlns:a16="http://schemas.microsoft.com/office/drawing/2014/main" id="{8336F2B5-5B38-C34F-96A0-2853B80DF998}"/>
              </a:ext>
            </a:extLst>
          </p:cNvPr>
          <p:cNvSpPr>
            <a:spLocks noGrp="1"/>
          </p:cNvSpPr>
          <p:nvPr>
            <p:ph type="dt" sz="half" idx="1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anose="020F0502020204030204" pitchFamily="34" charset="0"/>
              </a:defRPr>
            </a:lvl1pPr>
          </a:lstStyle>
          <a:p>
            <a:pPr>
              <a:defRPr/>
            </a:pPr>
            <a:r>
              <a:rPr lang="en-US" altLang="en-US" dirty="0"/>
              <a:t>9/25/2019</a:t>
            </a:r>
          </a:p>
        </p:txBody>
      </p:sp>
      <p:sp>
        <p:nvSpPr>
          <p:cNvPr id="12" name="Slide Number Placeholder 5">
            <a:extLst>
              <a:ext uri="{FF2B5EF4-FFF2-40B4-BE49-F238E27FC236}">
                <a16:creationId xmlns:a16="http://schemas.microsoft.com/office/drawing/2014/main" id="{44D9F892-B305-DF4D-8BEB-5E2B92F651FC}"/>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r>
              <a:rPr lang="en-US" altLang="en-US" dirty="0"/>
              <a:t>Week 4: Slide </a:t>
            </a:r>
            <a:fld id="{664BEF6D-A186-0B4B-B715-9670FA1CDF02}" type="slidenum">
              <a:rPr lang="en-US" altLang="en-US" smtClean="0"/>
              <a:pPr>
                <a:defRPr/>
              </a:pPr>
              <a:t>‹#›</a:t>
            </a:fld>
            <a:endParaRPr lang="en-US" altLang="en-US" dirty="0"/>
          </a:p>
        </p:txBody>
      </p:sp>
    </p:spTree>
    <p:extLst>
      <p:ext uri="{BB962C8B-B14F-4D97-AF65-F5344CB8AC3E}">
        <p14:creationId xmlns:p14="http://schemas.microsoft.com/office/powerpoint/2010/main" val="21901449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838199"/>
            <a:ext cx="5486400" cy="388937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Footer Placeholder 4">
            <a:extLst>
              <a:ext uri="{FF2B5EF4-FFF2-40B4-BE49-F238E27FC236}">
                <a16:creationId xmlns:a16="http://schemas.microsoft.com/office/drawing/2014/main" id="{61174FAF-7E6F-744A-9B56-CB765CD7D984}"/>
              </a:ext>
            </a:extLst>
          </p:cNvPr>
          <p:cNvSpPr>
            <a:spLocks noGrp="1"/>
          </p:cNvSpPr>
          <p:nvPr>
            <p:ph type="ftr" sz="quarter" idx="11"/>
          </p:nvPr>
        </p:nvSpPr>
        <p:spPr>
          <a:xfrm>
            <a:off x="3124200" y="6356350"/>
            <a:ext cx="2895600" cy="365125"/>
          </a:xfrm>
        </p:spPr>
        <p:txBody>
          <a:bodyPr/>
          <a:lstStyle>
            <a:lvl1pPr>
              <a:defRPr/>
            </a:lvl1pPr>
          </a:lstStyle>
          <a:p>
            <a:pPr>
              <a:defRPr/>
            </a:pPr>
            <a:r>
              <a:rPr lang="en-US"/>
              <a:t>ENSYS7374: A.I. in Energy Systems</a:t>
            </a:r>
            <a:endParaRPr lang="en-US" dirty="0"/>
          </a:p>
        </p:txBody>
      </p:sp>
      <p:sp>
        <p:nvSpPr>
          <p:cNvPr id="11" name="Date Placeholder 3">
            <a:extLst>
              <a:ext uri="{FF2B5EF4-FFF2-40B4-BE49-F238E27FC236}">
                <a16:creationId xmlns:a16="http://schemas.microsoft.com/office/drawing/2014/main" id="{28D81D8C-BB7E-1D40-B6AD-134B129E341D}"/>
              </a:ext>
            </a:extLst>
          </p:cNvPr>
          <p:cNvSpPr>
            <a:spLocks noGrp="1"/>
          </p:cNvSpPr>
          <p:nvPr>
            <p:ph type="dt" sz="half" idx="1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anose="020F0502020204030204" pitchFamily="34" charset="0"/>
              </a:defRPr>
            </a:lvl1pPr>
          </a:lstStyle>
          <a:p>
            <a:pPr>
              <a:defRPr/>
            </a:pPr>
            <a:r>
              <a:rPr lang="en-US" altLang="en-US" dirty="0"/>
              <a:t>9/25/2019</a:t>
            </a:r>
          </a:p>
        </p:txBody>
      </p:sp>
      <p:sp>
        <p:nvSpPr>
          <p:cNvPr id="12" name="Slide Number Placeholder 5">
            <a:extLst>
              <a:ext uri="{FF2B5EF4-FFF2-40B4-BE49-F238E27FC236}">
                <a16:creationId xmlns:a16="http://schemas.microsoft.com/office/drawing/2014/main" id="{F6747FA7-EB06-5444-9315-8C8F28DE83BC}"/>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r>
              <a:rPr lang="en-US" altLang="en-US" dirty="0"/>
              <a:t>Week 4: Slide </a:t>
            </a:r>
            <a:fld id="{664BEF6D-A186-0B4B-B715-9670FA1CDF02}" type="slidenum">
              <a:rPr lang="en-US" altLang="en-US" smtClean="0"/>
              <a:pPr>
                <a:defRPr/>
              </a:pPr>
              <a:t>‹#›</a:t>
            </a:fld>
            <a:endParaRPr lang="en-US" altLang="en-US" dirty="0"/>
          </a:p>
        </p:txBody>
      </p:sp>
    </p:spTree>
    <p:extLst>
      <p:ext uri="{BB962C8B-B14F-4D97-AF65-F5344CB8AC3E}">
        <p14:creationId xmlns:p14="http://schemas.microsoft.com/office/powerpoint/2010/main" val="2863705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79DFFB11-EAAD-BB4B-808A-879159DD65A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35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9">
            <a:extLst>
              <a:ext uri="{FF2B5EF4-FFF2-40B4-BE49-F238E27FC236}">
                <a16:creationId xmlns:a16="http://schemas.microsoft.com/office/drawing/2014/main" id="{CD9E0A35-4093-F948-9CFF-5A07E7D79B2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0129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ext Placeholder 2">
            <a:extLst>
              <a:ext uri="{FF2B5EF4-FFF2-40B4-BE49-F238E27FC236}">
                <a16:creationId xmlns:a16="http://schemas.microsoft.com/office/drawing/2014/main" id="{8B3AE55F-1362-8A4E-98DF-223DA6450A64}"/>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38E5B98-F88C-164E-949E-7388F2222232}"/>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anose="020F0502020204030204" pitchFamily="34" charset="0"/>
              </a:defRPr>
            </a:lvl1pPr>
          </a:lstStyle>
          <a:p>
            <a:pPr>
              <a:defRPr/>
            </a:pPr>
            <a:r>
              <a:rPr lang="en-US" altLang="en-US" dirty="0"/>
              <a:t>9/25/2019</a:t>
            </a:r>
          </a:p>
        </p:txBody>
      </p:sp>
      <p:sp>
        <p:nvSpPr>
          <p:cNvPr id="5" name="Footer Placeholder 4">
            <a:extLst>
              <a:ext uri="{FF2B5EF4-FFF2-40B4-BE49-F238E27FC236}">
                <a16:creationId xmlns:a16="http://schemas.microsoft.com/office/drawing/2014/main" id="{9068413A-006E-404F-9772-401566A2447E}"/>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a:defRPr/>
            </a:pPr>
            <a:r>
              <a:rPr lang="en-US"/>
              <a:t>ENSYS7374: A.I. in Energy Systems</a:t>
            </a:r>
            <a:endParaRPr lang="en-US" dirty="0"/>
          </a:p>
        </p:txBody>
      </p:sp>
      <p:sp>
        <p:nvSpPr>
          <p:cNvPr id="6" name="Slide Number Placeholder 5">
            <a:extLst>
              <a:ext uri="{FF2B5EF4-FFF2-40B4-BE49-F238E27FC236}">
                <a16:creationId xmlns:a16="http://schemas.microsoft.com/office/drawing/2014/main" id="{DD058D6B-7909-5F48-A61C-6AFC684C706F}"/>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r>
              <a:rPr lang="en-US" altLang="en-US" dirty="0"/>
              <a:t>Week 4: Slide </a:t>
            </a:r>
            <a:fld id="{664BEF6D-A186-0B4B-B715-9670FA1CDF02}" type="slidenum">
              <a:rPr lang="en-US" altLang="en-US" smtClean="0"/>
              <a:pPr>
                <a:defRPr/>
              </a:pPr>
              <a:t>‹#›</a:t>
            </a:fld>
            <a:endParaRPr lang="en-US" altLang="en-US" dirty="0"/>
          </a:p>
        </p:txBody>
      </p:sp>
      <p:sp>
        <p:nvSpPr>
          <p:cNvPr id="1030" name="Title Placeholder 1">
            <a:extLst>
              <a:ext uri="{FF2B5EF4-FFF2-40B4-BE49-F238E27FC236}">
                <a16:creationId xmlns:a16="http://schemas.microsoft.com/office/drawing/2014/main" id="{416445B0-44BA-7549-B53D-3EC074E1F964}"/>
              </a:ext>
            </a:extLst>
          </p:cNvPr>
          <p:cNvSpPr>
            <a:spLocks noGrp="1"/>
          </p:cNvSpPr>
          <p:nvPr>
            <p:ph type="title"/>
          </p:nvPr>
        </p:nvSpPr>
        <p:spPr bwMode="auto">
          <a:xfrm>
            <a:off x="457200" y="762000"/>
            <a:ext cx="822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pic>
        <p:nvPicPr>
          <p:cNvPr id="1031" name="Picture 1">
            <a:extLst>
              <a:ext uri="{FF2B5EF4-FFF2-40B4-BE49-F238E27FC236}">
                <a16:creationId xmlns:a16="http://schemas.microsoft.com/office/drawing/2014/main" id="{0685501B-8467-8645-AEA3-0FE3E6286537}"/>
              </a:ext>
            </a:extLst>
          </p:cNvPr>
          <p:cNvPicPr>
            <a:picLocks noChangeAspect="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457200" y="274638"/>
            <a:ext cx="274320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Connector 6">
            <a:extLst>
              <a:ext uri="{FF2B5EF4-FFF2-40B4-BE49-F238E27FC236}">
                <a16:creationId xmlns:a16="http://schemas.microsoft.com/office/drawing/2014/main" id="{ACA8FA55-DB28-6245-B4F5-45BD99686B26}"/>
              </a:ext>
            </a:extLst>
          </p:cNvPr>
          <p:cNvCxnSpPr/>
          <p:nvPr userDrawn="1"/>
        </p:nvCxnSpPr>
        <p:spPr>
          <a:xfrm>
            <a:off x="457200" y="609600"/>
            <a:ext cx="8229600"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890" r:id="rId1"/>
    <p:sldLayoutId id="2147483882" r:id="rId2"/>
    <p:sldLayoutId id="2147483883" r:id="rId3"/>
    <p:sldLayoutId id="2147483884" r:id="rId4"/>
    <p:sldLayoutId id="2147483885" r:id="rId5"/>
    <p:sldLayoutId id="2147483886" r:id="rId6"/>
    <p:sldLayoutId id="2147483887" r:id="rId7"/>
    <p:sldLayoutId id="2147483888" r:id="rId8"/>
    <p:sldLayoutId id="2147483889" r:id="rId9"/>
    <p:sldLayoutId id="2147483891" r:id="rId10"/>
  </p:sldLayoutIdLst>
  <p:hf hdr="0"/>
  <p:txStyles>
    <p:titleStyle>
      <a:lvl1pPr algn="ctr" defTabSz="457200" rtl="0" eaLnBrk="0" fontAlgn="base" hangingPunct="0">
        <a:spcBef>
          <a:spcPct val="0"/>
        </a:spcBef>
        <a:spcAft>
          <a:spcPct val="0"/>
        </a:spcAft>
        <a:defRPr sz="3600" kern="1200">
          <a:solidFill>
            <a:srgbClr val="C12030"/>
          </a:solidFill>
          <a:latin typeface="Helvetica"/>
          <a:ea typeface="ＭＳ Ｐゴシック" charset="0"/>
          <a:cs typeface="ＭＳ Ｐゴシック" charset="0"/>
        </a:defRPr>
      </a:lvl1pPr>
      <a:lvl2pPr algn="ctr" defTabSz="457200" rtl="0" eaLnBrk="0" fontAlgn="base" hangingPunct="0">
        <a:spcBef>
          <a:spcPct val="0"/>
        </a:spcBef>
        <a:spcAft>
          <a:spcPct val="0"/>
        </a:spcAft>
        <a:defRPr sz="3600">
          <a:solidFill>
            <a:srgbClr val="C12030"/>
          </a:solidFill>
          <a:latin typeface="Helvetica" pitchFamily="34" charset="0"/>
          <a:ea typeface="ＭＳ Ｐゴシック" charset="0"/>
          <a:cs typeface="ＭＳ Ｐゴシック" charset="0"/>
        </a:defRPr>
      </a:lvl2pPr>
      <a:lvl3pPr algn="ctr" defTabSz="457200" rtl="0" eaLnBrk="0" fontAlgn="base" hangingPunct="0">
        <a:spcBef>
          <a:spcPct val="0"/>
        </a:spcBef>
        <a:spcAft>
          <a:spcPct val="0"/>
        </a:spcAft>
        <a:defRPr sz="3600">
          <a:solidFill>
            <a:srgbClr val="C12030"/>
          </a:solidFill>
          <a:latin typeface="Helvetica" pitchFamily="34" charset="0"/>
          <a:ea typeface="ＭＳ Ｐゴシック" charset="0"/>
          <a:cs typeface="ＭＳ Ｐゴシック" charset="0"/>
        </a:defRPr>
      </a:lvl3pPr>
      <a:lvl4pPr algn="ctr" defTabSz="457200" rtl="0" eaLnBrk="0" fontAlgn="base" hangingPunct="0">
        <a:spcBef>
          <a:spcPct val="0"/>
        </a:spcBef>
        <a:spcAft>
          <a:spcPct val="0"/>
        </a:spcAft>
        <a:defRPr sz="3600">
          <a:solidFill>
            <a:srgbClr val="C12030"/>
          </a:solidFill>
          <a:latin typeface="Helvetica" pitchFamily="34" charset="0"/>
          <a:ea typeface="ＭＳ Ｐゴシック" charset="0"/>
          <a:cs typeface="ＭＳ Ｐゴシック" charset="0"/>
        </a:defRPr>
      </a:lvl4pPr>
      <a:lvl5pPr algn="ctr" defTabSz="457200" rtl="0" eaLnBrk="0" fontAlgn="base" hangingPunct="0">
        <a:spcBef>
          <a:spcPct val="0"/>
        </a:spcBef>
        <a:spcAft>
          <a:spcPct val="0"/>
        </a:spcAft>
        <a:defRPr sz="3600">
          <a:solidFill>
            <a:srgbClr val="C12030"/>
          </a:solidFill>
          <a:latin typeface="Helvetica" pitchFamily="34" charset="0"/>
          <a:ea typeface="ＭＳ Ｐゴシック" charset="0"/>
          <a:cs typeface="ＭＳ Ｐゴシック" charset="0"/>
        </a:defRPr>
      </a:lvl5pPr>
      <a:lvl6pPr marL="457200" algn="ctr" defTabSz="457200" rtl="0" fontAlgn="base">
        <a:spcBef>
          <a:spcPct val="0"/>
        </a:spcBef>
        <a:spcAft>
          <a:spcPct val="0"/>
        </a:spcAft>
        <a:defRPr sz="3600">
          <a:solidFill>
            <a:srgbClr val="C12030"/>
          </a:solidFill>
          <a:latin typeface="Helvetica" pitchFamily="34" charset="0"/>
        </a:defRPr>
      </a:lvl6pPr>
      <a:lvl7pPr marL="914400" algn="ctr" defTabSz="457200" rtl="0" fontAlgn="base">
        <a:spcBef>
          <a:spcPct val="0"/>
        </a:spcBef>
        <a:spcAft>
          <a:spcPct val="0"/>
        </a:spcAft>
        <a:defRPr sz="3600">
          <a:solidFill>
            <a:srgbClr val="C12030"/>
          </a:solidFill>
          <a:latin typeface="Helvetica" pitchFamily="34" charset="0"/>
        </a:defRPr>
      </a:lvl7pPr>
      <a:lvl8pPr marL="1371600" algn="ctr" defTabSz="457200" rtl="0" fontAlgn="base">
        <a:spcBef>
          <a:spcPct val="0"/>
        </a:spcBef>
        <a:spcAft>
          <a:spcPct val="0"/>
        </a:spcAft>
        <a:defRPr sz="3600">
          <a:solidFill>
            <a:srgbClr val="C12030"/>
          </a:solidFill>
          <a:latin typeface="Helvetica" pitchFamily="34" charset="0"/>
        </a:defRPr>
      </a:lvl8pPr>
      <a:lvl9pPr marL="1828800" algn="ctr" defTabSz="457200" rtl="0" fontAlgn="base">
        <a:spcBef>
          <a:spcPct val="0"/>
        </a:spcBef>
        <a:spcAft>
          <a:spcPct val="0"/>
        </a:spcAft>
        <a:defRPr sz="3600">
          <a:solidFill>
            <a:srgbClr val="C12030"/>
          </a:solidFill>
          <a:latin typeface="Helvetica" pitchFamily="34"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Helvetica"/>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Helvetica"/>
          <a:ea typeface="ＭＳ Ｐゴシック" charset="0"/>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Helvetica"/>
          <a:ea typeface="ＭＳ Ｐゴシック" charset="0"/>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Helvetica"/>
          <a:ea typeface="ＭＳ Ｐゴシック" charset="0"/>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Helvetica"/>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09D288-40F3-8B44-BB4B-256DB0600710}"/>
              </a:ext>
            </a:extLst>
          </p:cNvPr>
          <p:cNvSpPr>
            <a:spLocks noGrp="1"/>
          </p:cNvSpPr>
          <p:nvPr>
            <p:ph type="ctrTitle"/>
          </p:nvPr>
        </p:nvSpPr>
        <p:spPr/>
        <p:txBody>
          <a:bodyPr/>
          <a:lstStyle/>
          <a:p>
            <a:r>
              <a:rPr lang="en-US" dirty="0"/>
              <a:t>ENSYS 5800: Applications of A.I. in Energy Systems</a:t>
            </a:r>
            <a:br>
              <a:rPr lang="en-US" dirty="0"/>
            </a:br>
            <a:br>
              <a:rPr lang="en-US" dirty="0"/>
            </a:br>
            <a:r>
              <a:rPr lang="en-US" dirty="0"/>
              <a:t>Spring 2022</a:t>
            </a:r>
            <a:br>
              <a:rPr lang="en-US" dirty="0"/>
            </a:br>
            <a:endParaRPr lang="en-US" dirty="0">
              <a:solidFill>
                <a:schemeClr val="tx1"/>
              </a:solidFill>
            </a:endParaRPr>
          </a:p>
        </p:txBody>
      </p:sp>
      <p:sp>
        <p:nvSpPr>
          <p:cNvPr id="5" name="Footer Placeholder 4">
            <a:extLst>
              <a:ext uri="{FF2B5EF4-FFF2-40B4-BE49-F238E27FC236}">
                <a16:creationId xmlns:a16="http://schemas.microsoft.com/office/drawing/2014/main" id="{8737D1B9-E3AA-4245-9B52-0334EE3A13AB}"/>
              </a:ext>
            </a:extLst>
          </p:cNvPr>
          <p:cNvSpPr>
            <a:spLocks noGrp="1"/>
          </p:cNvSpPr>
          <p:nvPr>
            <p:ph type="ftr" sz="quarter" idx="11"/>
          </p:nvPr>
        </p:nvSpPr>
        <p:spPr>
          <a:xfrm>
            <a:off x="3124200" y="6356350"/>
            <a:ext cx="2895600" cy="365125"/>
          </a:xfrm>
        </p:spPr>
        <p:txBody>
          <a:bodyPr/>
          <a:lstStyle/>
          <a:p>
            <a:pPr>
              <a:defRPr/>
            </a:pPr>
            <a:r>
              <a:rPr lang="en-US" dirty="0"/>
              <a:t>ENSYS 5800: A.I. in Energy Systems</a:t>
            </a:r>
          </a:p>
        </p:txBody>
      </p:sp>
      <p:sp>
        <p:nvSpPr>
          <p:cNvPr id="6" name="Slide Number Placeholder 5">
            <a:extLst>
              <a:ext uri="{FF2B5EF4-FFF2-40B4-BE49-F238E27FC236}">
                <a16:creationId xmlns:a16="http://schemas.microsoft.com/office/drawing/2014/main" id="{85D4269A-50DC-0D4C-8DBB-ED623A9A9CC0}"/>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defTabSz="457200" rtl="0" eaLnBrk="1" fontAlgn="base" hangingPunct="1">
              <a:spcBef>
                <a:spcPct val="0"/>
              </a:spcBef>
              <a:spcAft>
                <a:spcPct val="0"/>
              </a:spcAft>
              <a:defRPr sz="1200" kern="1200">
                <a:solidFill>
                  <a:srgbClr val="898989"/>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dirty="0"/>
              <a:t>Slide </a:t>
            </a:r>
            <a:fld id="{80BD4714-7CAF-EA4C-9EEE-FDA878EBA70E}" type="slidenum">
              <a:rPr lang="en-US" altLang="en-US" smtClean="0"/>
              <a:pPr>
                <a:defRPr/>
              </a:pPr>
              <a:t>1</a:t>
            </a:fld>
            <a:endParaRPr lang="en-US" altLang="en-US" dirty="0"/>
          </a:p>
        </p:txBody>
      </p:sp>
      <p:sp>
        <p:nvSpPr>
          <p:cNvPr id="7" name="Date Placeholder 3">
            <a:extLst>
              <a:ext uri="{FF2B5EF4-FFF2-40B4-BE49-F238E27FC236}">
                <a16:creationId xmlns:a16="http://schemas.microsoft.com/office/drawing/2014/main" id="{00890240-BB38-4039-A848-B8B1E089B0F4}"/>
              </a:ext>
            </a:extLst>
          </p:cNvPr>
          <p:cNvSpPr txBox="1">
            <a:spLocks/>
          </p:cNvSpPr>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defTabSz="457200" rtl="0" eaLnBrk="1" fontAlgn="base" hangingPunct="1">
              <a:spcBef>
                <a:spcPct val="0"/>
              </a:spcBef>
              <a:spcAft>
                <a:spcPct val="0"/>
              </a:spcAft>
              <a:defRPr sz="1200" kern="1200">
                <a:solidFill>
                  <a:srgbClr val="898989"/>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dirty="0"/>
              <a:t>Date: 4-25-2022</a:t>
            </a:r>
          </a:p>
        </p:txBody>
      </p:sp>
    </p:spTree>
    <p:extLst>
      <p:ext uri="{BB962C8B-B14F-4D97-AF65-F5344CB8AC3E}">
        <p14:creationId xmlns:p14="http://schemas.microsoft.com/office/powerpoint/2010/main" val="1357864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09D288-40F3-8B44-BB4B-256DB0600710}"/>
              </a:ext>
            </a:extLst>
          </p:cNvPr>
          <p:cNvSpPr>
            <a:spLocks noGrp="1"/>
          </p:cNvSpPr>
          <p:nvPr>
            <p:ph type="ctrTitle"/>
          </p:nvPr>
        </p:nvSpPr>
        <p:spPr>
          <a:xfrm>
            <a:off x="457200" y="1219200"/>
            <a:ext cx="8229600" cy="762000"/>
          </a:xfrm>
        </p:spPr>
        <p:txBody>
          <a:bodyPr/>
          <a:lstStyle/>
          <a:p>
            <a:r>
              <a:rPr lang="en-US" sz="3200" i="1" dirty="0"/>
              <a:t>Bangalore Wind Power Generation</a:t>
            </a:r>
            <a:br>
              <a:rPr lang="en-US" dirty="0"/>
            </a:br>
            <a:br>
              <a:rPr lang="en-US" dirty="0"/>
            </a:br>
            <a:br>
              <a:rPr lang="en-US" dirty="0"/>
            </a:br>
            <a:r>
              <a:rPr lang="en-US" sz="2800" dirty="0"/>
              <a:t>Project Presentation</a:t>
            </a:r>
            <a:br>
              <a:rPr lang="en-US" sz="3200" dirty="0"/>
            </a:br>
            <a:br>
              <a:rPr lang="en-US" sz="3200" dirty="0"/>
            </a:br>
            <a:r>
              <a:rPr lang="en-US" sz="2400" dirty="0" err="1">
                <a:solidFill>
                  <a:schemeClr val="tx1"/>
                </a:solidFill>
              </a:rPr>
              <a:t>Carthikswami</a:t>
            </a:r>
            <a:r>
              <a:rPr lang="en-US" sz="2400" dirty="0">
                <a:solidFill>
                  <a:schemeClr val="tx1"/>
                </a:solidFill>
              </a:rPr>
              <a:t> Sunil Thoniparambil</a:t>
            </a:r>
            <a:br>
              <a:rPr lang="en-US" sz="2400" dirty="0">
                <a:solidFill>
                  <a:schemeClr val="tx1"/>
                </a:solidFill>
              </a:rPr>
            </a:br>
            <a:r>
              <a:rPr lang="en-US" sz="2400" dirty="0">
                <a:solidFill>
                  <a:schemeClr val="tx1"/>
                </a:solidFill>
              </a:rPr>
              <a:t>002133000</a:t>
            </a:r>
            <a:br>
              <a:rPr lang="en-US" sz="3200" dirty="0"/>
            </a:br>
            <a:br>
              <a:rPr lang="en-US" sz="3200" dirty="0"/>
            </a:br>
            <a:r>
              <a:rPr lang="en-US" sz="2000" dirty="0">
                <a:solidFill>
                  <a:schemeClr val="tx1"/>
                </a:solidFill>
              </a:rPr>
              <a:t>4-25-2022</a:t>
            </a:r>
            <a:endParaRPr lang="en-US" dirty="0">
              <a:solidFill>
                <a:schemeClr val="tx1"/>
              </a:solidFill>
            </a:endParaRPr>
          </a:p>
        </p:txBody>
      </p:sp>
      <p:sp>
        <p:nvSpPr>
          <p:cNvPr id="6" name="Date Placeholder 3">
            <a:extLst>
              <a:ext uri="{FF2B5EF4-FFF2-40B4-BE49-F238E27FC236}">
                <a16:creationId xmlns:a16="http://schemas.microsoft.com/office/drawing/2014/main" id="{ACFB041A-8CFB-4930-99CB-4BB229702D05}"/>
              </a:ext>
            </a:extLst>
          </p:cNvPr>
          <p:cNvSpPr txBox="1">
            <a:spLocks/>
          </p:cNvSpPr>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defTabSz="457200" rtl="0" eaLnBrk="1" fontAlgn="base" hangingPunct="1">
              <a:spcBef>
                <a:spcPct val="0"/>
              </a:spcBef>
              <a:spcAft>
                <a:spcPct val="0"/>
              </a:spcAft>
              <a:defRPr sz="1200" kern="1200">
                <a:solidFill>
                  <a:srgbClr val="898989"/>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dirty="0"/>
              <a:t>Date: 4-25-2022</a:t>
            </a:r>
          </a:p>
        </p:txBody>
      </p:sp>
      <p:sp>
        <p:nvSpPr>
          <p:cNvPr id="11" name="Slide Number Placeholder 5">
            <a:extLst>
              <a:ext uri="{FF2B5EF4-FFF2-40B4-BE49-F238E27FC236}">
                <a16:creationId xmlns:a16="http://schemas.microsoft.com/office/drawing/2014/main" id="{0E03773C-C951-4C88-9C0C-079D1522DD75}"/>
              </a:ext>
            </a:extLst>
          </p:cNvPr>
          <p:cNvSpPr txBox="1">
            <a:spLocks/>
          </p:cNvSpPr>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defTabSz="457200" rtl="0" eaLnBrk="1" fontAlgn="base" hangingPunct="1">
              <a:spcBef>
                <a:spcPct val="0"/>
              </a:spcBef>
              <a:spcAft>
                <a:spcPct val="0"/>
              </a:spcAft>
              <a:defRPr sz="1200" kern="1200">
                <a:solidFill>
                  <a:srgbClr val="898989"/>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a:t>Slide </a:t>
            </a:r>
            <a:fld id="{80BD4714-7CAF-EA4C-9EEE-FDA878EBA70E}" type="slidenum">
              <a:rPr lang="en-US" altLang="en-US" smtClean="0"/>
              <a:pPr>
                <a:defRPr/>
              </a:pPr>
              <a:t>2</a:t>
            </a:fld>
            <a:endParaRPr lang="en-US" altLang="en-US" dirty="0"/>
          </a:p>
        </p:txBody>
      </p:sp>
      <p:sp>
        <p:nvSpPr>
          <p:cNvPr id="12" name="Footer Placeholder 4">
            <a:extLst>
              <a:ext uri="{FF2B5EF4-FFF2-40B4-BE49-F238E27FC236}">
                <a16:creationId xmlns:a16="http://schemas.microsoft.com/office/drawing/2014/main" id="{6E06EA7D-F9A4-4F01-B424-3069B9AB0B3B}"/>
              </a:ext>
            </a:extLst>
          </p:cNvPr>
          <p:cNvSpPr>
            <a:spLocks noGrp="1"/>
          </p:cNvSpPr>
          <p:nvPr>
            <p:ph type="ftr" sz="quarter" idx="11"/>
          </p:nvPr>
        </p:nvSpPr>
        <p:spPr>
          <a:xfrm>
            <a:off x="3124200" y="6356350"/>
            <a:ext cx="2895600" cy="365125"/>
          </a:xfrm>
        </p:spPr>
        <p:txBody>
          <a:bodyPr/>
          <a:lstStyle/>
          <a:p>
            <a:pPr>
              <a:defRPr/>
            </a:pPr>
            <a:r>
              <a:rPr lang="en-US" dirty="0"/>
              <a:t>ENSYS 5800: A.I. in Energy Systems</a:t>
            </a:r>
          </a:p>
        </p:txBody>
      </p:sp>
    </p:spTree>
    <p:extLst>
      <p:ext uri="{BB962C8B-B14F-4D97-AF65-F5344CB8AC3E}">
        <p14:creationId xmlns:p14="http://schemas.microsoft.com/office/powerpoint/2010/main" val="2741096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77F45-2B95-F84C-BD34-8DDB0CC31844}"/>
              </a:ext>
            </a:extLst>
          </p:cNvPr>
          <p:cNvSpPr>
            <a:spLocks noGrp="1"/>
          </p:cNvSpPr>
          <p:nvPr>
            <p:ph type="ctrTitle"/>
          </p:nvPr>
        </p:nvSpPr>
        <p:spPr/>
        <p:txBody>
          <a:bodyPr/>
          <a:lstStyle/>
          <a:p>
            <a:r>
              <a:rPr lang="en-US" dirty="0"/>
              <a:t>Outline</a:t>
            </a:r>
          </a:p>
        </p:txBody>
      </p:sp>
      <p:sp>
        <p:nvSpPr>
          <p:cNvPr id="4" name="Content Placeholder 3">
            <a:extLst>
              <a:ext uri="{FF2B5EF4-FFF2-40B4-BE49-F238E27FC236}">
                <a16:creationId xmlns:a16="http://schemas.microsoft.com/office/drawing/2014/main" id="{8BE395CE-EBF6-F248-B188-2C092037A9B6}"/>
              </a:ext>
            </a:extLst>
          </p:cNvPr>
          <p:cNvSpPr>
            <a:spLocks noGrp="1"/>
          </p:cNvSpPr>
          <p:nvPr>
            <p:ph idx="1"/>
          </p:nvPr>
        </p:nvSpPr>
        <p:spPr/>
        <p:txBody>
          <a:bodyPr/>
          <a:lstStyle/>
          <a:p>
            <a:r>
              <a:rPr lang="en-US" sz="2800" dirty="0"/>
              <a:t>Executive Summary</a:t>
            </a:r>
          </a:p>
          <a:p>
            <a:r>
              <a:rPr lang="en-US" sz="2800" dirty="0"/>
              <a:t>Problem Statement &amp; Definition</a:t>
            </a:r>
          </a:p>
          <a:p>
            <a:r>
              <a:rPr lang="en-US" sz="2800" dirty="0"/>
              <a:t>Exploratory Data Analysis</a:t>
            </a:r>
          </a:p>
          <a:p>
            <a:r>
              <a:rPr lang="en-US" sz="2800" dirty="0"/>
              <a:t>AI/ML Modeling &amp; Results</a:t>
            </a:r>
          </a:p>
          <a:p>
            <a:r>
              <a:rPr lang="en-US" sz="2800" dirty="0"/>
              <a:t>Conclusions &amp; Recommendations</a:t>
            </a:r>
          </a:p>
          <a:p>
            <a:endParaRPr lang="en-US" sz="2400" dirty="0"/>
          </a:p>
        </p:txBody>
      </p:sp>
      <p:sp>
        <p:nvSpPr>
          <p:cNvPr id="12" name="Slide Number Placeholder 5">
            <a:extLst>
              <a:ext uri="{FF2B5EF4-FFF2-40B4-BE49-F238E27FC236}">
                <a16:creationId xmlns:a16="http://schemas.microsoft.com/office/drawing/2014/main" id="{2E15B149-5F7C-49BD-9CB7-BDC9F253F05A}"/>
              </a:ext>
            </a:extLst>
          </p:cNvPr>
          <p:cNvSpPr txBox="1">
            <a:spLocks/>
          </p:cNvSpPr>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defTabSz="457200" rtl="0" eaLnBrk="1" fontAlgn="base" hangingPunct="1">
              <a:spcBef>
                <a:spcPct val="0"/>
              </a:spcBef>
              <a:spcAft>
                <a:spcPct val="0"/>
              </a:spcAft>
              <a:defRPr sz="1200" kern="1200">
                <a:solidFill>
                  <a:srgbClr val="898989"/>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a:t>Slide </a:t>
            </a:r>
            <a:fld id="{80BD4714-7CAF-EA4C-9EEE-FDA878EBA70E}" type="slidenum">
              <a:rPr lang="en-US" altLang="en-US" smtClean="0"/>
              <a:pPr>
                <a:defRPr/>
              </a:pPr>
              <a:t>3</a:t>
            </a:fld>
            <a:endParaRPr lang="en-US" altLang="en-US" dirty="0"/>
          </a:p>
        </p:txBody>
      </p:sp>
      <p:sp>
        <p:nvSpPr>
          <p:cNvPr id="13" name="Footer Placeholder 4">
            <a:extLst>
              <a:ext uri="{FF2B5EF4-FFF2-40B4-BE49-F238E27FC236}">
                <a16:creationId xmlns:a16="http://schemas.microsoft.com/office/drawing/2014/main" id="{9E66E443-C4F6-42B9-BF29-3264B17929ED}"/>
              </a:ext>
            </a:extLst>
          </p:cNvPr>
          <p:cNvSpPr>
            <a:spLocks noGrp="1"/>
          </p:cNvSpPr>
          <p:nvPr>
            <p:ph type="ftr" sz="quarter" idx="11"/>
          </p:nvPr>
        </p:nvSpPr>
        <p:spPr>
          <a:xfrm>
            <a:off x="3124200" y="6356350"/>
            <a:ext cx="2895600" cy="365125"/>
          </a:xfrm>
        </p:spPr>
        <p:txBody>
          <a:bodyPr/>
          <a:lstStyle/>
          <a:p>
            <a:pPr>
              <a:defRPr/>
            </a:pPr>
            <a:r>
              <a:rPr lang="en-US" dirty="0"/>
              <a:t>ENSYS 5800: A.I. in Energy Systems</a:t>
            </a:r>
          </a:p>
        </p:txBody>
      </p:sp>
      <p:sp>
        <p:nvSpPr>
          <p:cNvPr id="7" name="Date Placeholder 3">
            <a:extLst>
              <a:ext uri="{FF2B5EF4-FFF2-40B4-BE49-F238E27FC236}">
                <a16:creationId xmlns:a16="http://schemas.microsoft.com/office/drawing/2014/main" id="{7FEC9E5A-A949-4216-BFD0-CAD969661CC7}"/>
              </a:ext>
            </a:extLst>
          </p:cNvPr>
          <p:cNvSpPr txBox="1">
            <a:spLocks/>
          </p:cNvSpPr>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defTabSz="457200" rtl="0" eaLnBrk="1" fontAlgn="base" hangingPunct="1">
              <a:spcBef>
                <a:spcPct val="0"/>
              </a:spcBef>
              <a:spcAft>
                <a:spcPct val="0"/>
              </a:spcAft>
              <a:defRPr sz="1200" kern="1200">
                <a:solidFill>
                  <a:srgbClr val="898989"/>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dirty="0"/>
              <a:t>Date : 4-25-2022</a:t>
            </a:r>
          </a:p>
        </p:txBody>
      </p:sp>
    </p:spTree>
    <p:extLst>
      <p:ext uri="{BB962C8B-B14F-4D97-AF65-F5344CB8AC3E}">
        <p14:creationId xmlns:p14="http://schemas.microsoft.com/office/powerpoint/2010/main" val="1738290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77F45-2B95-F84C-BD34-8DDB0CC31844}"/>
              </a:ext>
            </a:extLst>
          </p:cNvPr>
          <p:cNvSpPr>
            <a:spLocks noGrp="1"/>
          </p:cNvSpPr>
          <p:nvPr>
            <p:ph type="ctrTitle"/>
          </p:nvPr>
        </p:nvSpPr>
        <p:spPr/>
        <p:txBody>
          <a:bodyPr/>
          <a:lstStyle/>
          <a:p>
            <a:r>
              <a:rPr lang="en-US" dirty="0"/>
              <a:t>Executive Summary</a:t>
            </a:r>
          </a:p>
        </p:txBody>
      </p:sp>
      <p:sp>
        <p:nvSpPr>
          <p:cNvPr id="4" name="Content Placeholder 3">
            <a:extLst>
              <a:ext uri="{FF2B5EF4-FFF2-40B4-BE49-F238E27FC236}">
                <a16:creationId xmlns:a16="http://schemas.microsoft.com/office/drawing/2014/main" id="{8BE395CE-EBF6-F248-B188-2C092037A9B6}"/>
              </a:ext>
            </a:extLst>
          </p:cNvPr>
          <p:cNvSpPr>
            <a:spLocks noGrp="1"/>
          </p:cNvSpPr>
          <p:nvPr>
            <p:ph idx="1"/>
          </p:nvPr>
        </p:nvSpPr>
        <p:spPr/>
        <p:txBody>
          <a:bodyPr/>
          <a:lstStyle/>
          <a:p>
            <a:pPr algn="just"/>
            <a:r>
              <a:rPr lang="en-US" sz="1800" dirty="0"/>
              <a:t>As we all know storage plays an important part in the success of renewable energy. However, the field of storage is currently lagging and is also very costly.</a:t>
            </a:r>
          </a:p>
          <a:p>
            <a:pPr algn="just"/>
            <a:r>
              <a:rPr lang="en-US" sz="1800" dirty="0"/>
              <a:t>Forecasting the wind power with the current inputs will help in understanding the contribution of wind power to the total power generated. This in turn can help determine what the other methods should produce to meet the economy's demands.</a:t>
            </a:r>
          </a:p>
          <a:p>
            <a:pPr algn="just"/>
            <a:r>
              <a:rPr lang="en-US" sz="1800" dirty="0"/>
              <a:t>The current AI/ML techniques provide the business with valuable information that they can use to make decisions about the future.</a:t>
            </a:r>
          </a:p>
          <a:p>
            <a:pPr algn="just"/>
            <a:r>
              <a:rPr lang="en-US" sz="1800" dirty="0"/>
              <a:t>The clear estimate of the power generated can be an indicator to reduce wastage and maintain operating costs.</a:t>
            </a:r>
          </a:p>
          <a:p>
            <a:pPr algn="just"/>
            <a:r>
              <a:rPr lang="en-US" sz="1800" dirty="0"/>
              <a:t>A time series model is used to forecast wind power and machine learning models to verify the predictions.</a:t>
            </a:r>
          </a:p>
          <a:p>
            <a:pPr marL="0" indent="0" algn="just">
              <a:buNone/>
            </a:pPr>
            <a:endParaRPr lang="en-US" sz="2400" dirty="0"/>
          </a:p>
        </p:txBody>
      </p:sp>
      <p:sp>
        <p:nvSpPr>
          <p:cNvPr id="12" name="Slide Number Placeholder 5">
            <a:extLst>
              <a:ext uri="{FF2B5EF4-FFF2-40B4-BE49-F238E27FC236}">
                <a16:creationId xmlns:a16="http://schemas.microsoft.com/office/drawing/2014/main" id="{933088F0-0F2C-41EB-B304-F0ABD593D581}"/>
              </a:ext>
            </a:extLst>
          </p:cNvPr>
          <p:cNvSpPr txBox="1">
            <a:spLocks/>
          </p:cNvSpPr>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defTabSz="457200" rtl="0" eaLnBrk="1" fontAlgn="base" hangingPunct="1">
              <a:spcBef>
                <a:spcPct val="0"/>
              </a:spcBef>
              <a:spcAft>
                <a:spcPct val="0"/>
              </a:spcAft>
              <a:defRPr sz="1200" kern="1200">
                <a:solidFill>
                  <a:srgbClr val="898989"/>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a:t>Slide </a:t>
            </a:r>
            <a:fld id="{80BD4714-7CAF-EA4C-9EEE-FDA878EBA70E}" type="slidenum">
              <a:rPr lang="en-US" altLang="en-US" smtClean="0"/>
              <a:pPr>
                <a:defRPr/>
              </a:pPr>
              <a:t>4</a:t>
            </a:fld>
            <a:endParaRPr lang="en-US" altLang="en-US" dirty="0"/>
          </a:p>
        </p:txBody>
      </p:sp>
      <p:sp>
        <p:nvSpPr>
          <p:cNvPr id="13" name="Footer Placeholder 4">
            <a:extLst>
              <a:ext uri="{FF2B5EF4-FFF2-40B4-BE49-F238E27FC236}">
                <a16:creationId xmlns:a16="http://schemas.microsoft.com/office/drawing/2014/main" id="{7CC68075-F284-4186-BDC4-916261AC5D23}"/>
              </a:ext>
            </a:extLst>
          </p:cNvPr>
          <p:cNvSpPr>
            <a:spLocks noGrp="1"/>
          </p:cNvSpPr>
          <p:nvPr>
            <p:ph type="ftr" sz="quarter" idx="11"/>
          </p:nvPr>
        </p:nvSpPr>
        <p:spPr>
          <a:xfrm>
            <a:off x="3124200" y="6356350"/>
            <a:ext cx="2895600" cy="365125"/>
          </a:xfrm>
        </p:spPr>
        <p:txBody>
          <a:bodyPr/>
          <a:lstStyle/>
          <a:p>
            <a:pPr>
              <a:defRPr/>
            </a:pPr>
            <a:r>
              <a:rPr lang="en-US" dirty="0"/>
              <a:t>ENSYS 5800: A.I. in Energy Systems</a:t>
            </a:r>
          </a:p>
        </p:txBody>
      </p:sp>
      <p:sp>
        <p:nvSpPr>
          <p:cNvPr id="7" name="Date Placeholder 3">
            <a:extLst>
              <a:ext uri="{FF2B5EF4-FFF2-40B4-BE49-F238E27FC236}">
                <a16:creationId xmlns:a16="http://schemas.microsoft.com/office/drawing/2014/main" id="{07802A29-EC9A-42DA-922D-77B30F3B410E}"/>
              </a:ext>
            </a:extLst>
          </p:cNvPr>
          <p:cNvSpPr txBox="1">
            <a:spLocks/>
          </p:cNvSpPr>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defTabSz="457200" rtl="0" eaLnBrk="1" fontAlgn="base" hangingPunct="1">
              <a:spcBef>
                <a:spcPct val="0"/>
              </a:spcBef>
              <a:spcAft>
                <a:spcPct val="0"/>
              </a:spcAft>
              <a:defRPr sz="1200" kern="1200">
                <a:solidFill>
                  <a:srgbClr val="898989"/>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dirty="0"/>
              <a:t>Date : 4-25-2022</a:t>
            </a:r>
          </a:p>
        </p:txBody>
      </p:sp>
    </p:spTree>
    <p:extLst>
      <p:ext uri="{BB962C8B-B14F-4D97-AF65-F5344CB8AC3E}">
        <p14:creationId xmlns:p14="http://schemas.microsoft.com/office/powerpoint/2010/main" val="898715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77F45-2B95-F84C-BD34-8DDB0CC31844}"/>
              </a:ext>
            </a:extLst>
          </p:cNvPr>
          <p:cNvSpPr>
            <a:spLocks noGrp="1"/>
          </p:cNvSpPr>
          <p:nvPr>
            <p:ph type="ctrTitle"/>
          </p:nvPr>
        </p:nvSpPr>
        <p:spPr/>
        <p:txBody>
          <a:bodyPr/>
          <a:lstStyle/>
          <a:p>
            <a:r>
              <a:rPr lang="en-US" dirty="0"/>
              <a:t>Problem Statement &amp; Definition</a:t>
            </a:r>
          </a:p>
        </p:txBody>
      </p:sp>
      <p:sp>
        <p:nvSpPr>
          <p:cNvPr id="4" name="Content Placeholder 3">
            <a:extLst>
              <a:ext uri="{FF2B5EF4-FFF2-40B4-BE49-F238E27FC236}">
                <a16:creationId xmlns:a16="http://schemas.microsoft.com/office/drawing/2014/main" id="{8BE395CE-EBF6-F248-B188-2C092037A9B6}"/>
              </a:ext>
            </a:extLst>
          </p:cNvPr>
          <p:cNvSpPr>
            <a:spLocks noGrp="1"/>
          </p:cNvSpPr>
          <p:nvPr>
            <p:ph idx="1"/>
          </p:nvPr>
        </p:nvSpPr>
        <p:spPr/>
        <p:txBody>
          <a:bodyPr/>
          <a:lstStyle/>
          <a:p>
            <a:r>
              <a:rPr lang="en-US" sz="1900" dirty="0"/>
              <a:t>If we can predict the wind power at a particular time, we can reduce the use of fossil fuels to generate electricity and use the wind power in our main grids, and offset carbon release into the atmosphere. </a:t>
            </a:r>
          </a:p>
          <a:p>
            <a:r>
              <a:rPr lang="en-US" sz="1900" dirty="0"/>
              <a:t>Potential energy from a wind turbine is directly proportional to the cube of the wind’s speed, so an increase in average wind speed by even just 2 mph can produce a significantly larger amount of electricity. </a:t>
            </a:r>
          </a:p>
          <a:p>
            <a:r>
              <a:rPr lang="en-US" sz="1900" dirty="0"/>
              <a:t>Also, wind speed is depended on the weather. So, we are also considering the weather parameters as input variables.</a:t>
            </a:r>
          </a:p>
          <a:p>
            <a:r>
              <a:rPr lang="en-US" sz="1900" dirty="0"/>
              <a:t>Hence if we have the data for wind speed, we can accurately predict the wind power generation at that time.</a:t>
            </a:r>
          </a:p>
          <a:p>
            <a:r>
              <a:rPr lang="en-US" sz="1900" dirty="0"/>
              <a:t>Wind power forecasting using SARIMAX and prediction using ML and ANN.</a:t>
            </a:r>
          </a:p>
          <a:p>
            <a:r>
              <a:rPr lang="en-US" sz="1900" dirty="0"/>
              <a:t>Finding the patterns in the data using K-means clustering.</a:t>
            </a:r>
          </a:p>
        </p:txBody>
      </p:sp>
      <p:sp>
        <p:nvSpPr>
          <p:cNvPr id="12" name="Slide Number Placeholder 5">
            <a:extLst>
              <a:ext uri="{FF2B5EF4-FFF2-40B4-BE49-F238E27FC236}">
                <a16:creationId xmlns:a16="http://schemas.microsoft.com/office/drawing/2014/main" id="{F67CD609-8D20-4551-9B26-DEECE3F11083}"/>
              </a:ext>
            </a:extLst>
          </p:cNvPr>
          <p:cNvSpPr txBox="1">
            <a:spLocks/>
          </p:cNvSpPr>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defTabSz="457200" rtl="0" eaLnBrk="1" fontAlgn="base" hangingPunct="1">
              <a:spcBef>
                <a:spcPct val="0"/>
              </a:spcBef>
              <a:spcAft>
                <a:spcPct val="0"/>
              </a:spcAft>
              <a:defRPr sz="1200" kern="1200">
                <a:solidFill>
                  <a:srgbClr val="898989"/>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a:t>Slide </a:t>
            </a:r>
            <a:fld id="{80BD4714-7CAF-EA4C-9EEE-FDA878EBA70E}" type="slidenum">
              <a:rPr lang="en-US" altLang="en-US" smtClean="0"/>
              <a:pPr>
                <a:defRPr/>
              </a:pPr>
              <a:t>5</a:t>
            </a:fld>
            <a:endParaRPr lang="en-US" altLang="en-US" dirty="0"/>
          </a:p>
        </p:txBody>
      </p:sp>
      <p:sp>
        <p:nvSpPr>
          <p:cNvPr id="13" name="Footer Placeholder 4">
            <a:extLst>
              <a:ext uri="{FF2B5EF4-FFF2-40B4-BE49-F238E27FC236}">
                <a16:creationId xmlns:a16="http://schemas.microsoft.com/office/drawing/2014/main" id="{5E2AB137-6A2D-4467-B163-FA07C6F42CEA}"/>
              </a:ext>
            </a:extLst>
          </p:cNvPr>
          <p:cNvSpPr>
            <a:spLocks noGrp="1"/>
          </p:cNvSpPr>
          <p:nvPr>
            <p:ph type="ftr" sz="quarter" idx="11"/>
          </p:nvPr>
        </p:nvSpPr>
        <p:spPr>
          <a:xfrm>
            <a:off x="3124200" y="6356350"/>
            <a:ext cx="2895600" cy="365125"/>
          </a:xfrm>
        </p:spPr>
        <p:txBody>
          <a:bodyPr/>
          <a:lstStyle/>
          <a:p>
            <a:pPr>
              <a:defRPr/>
            </a:pPr>
            <a:r>
              <a:rPr lang="en-US" dirty="0"/>
              <a:t>ENSYS 5800: A.I. in Energy Systems</a:t>
            </a:r>
          </a:p>
        </p:txBody>
      </p:sp>
      <p:sp>
        <p:nvSpPr>
          <p:cNvPr id="7" name="Date Placeholder 3">
            <a:extLst>
              <a:ext uri="{FF2B5EF4-FFF2-40B4-BE49-F238E27FC236}">
                <a16:creationId xmlns:a16="http://schemas.microsoft.com/office/drawing/2014/main" id="{1884236E-BB1B-49EE-8B69-E8D7A5CB2682}"/>
              </a:ext>
            </a:extLst>
          </p:cNvPr>
          <p:cNvSpPr txBox="1">
            <a:spLocks/>
          </p:cNvSpPr>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defTabSz="457200" rtl="0" eaLnBrk="1" fontAlgn="base" hangingPunct="1">
              <a:spcBef>
                <a:spcPct val="0"/>
              </a:spcBef>
              <a:spcAft>
                <a:spcPct val="0"/>
              </a:spcAft>
              <a:defRPr sz="1200" kern="1200">
                <a:solidFill>
                  <a:srgbClr val="898989"/>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dirty="0"/>
              <a:t>Date: 4-25-2022</a:t>
            </a:r>
          </a:p>
        </p:txBody>
      </p:sp>
    </p:spTree>
    <p:extLst>
      <p:ext uri="{BB962C8B-B14F-4D97-AF65-F5344CB8AC3E}">
        <p14:creationId xmlns:p14="http://schemas.microsoft.com/office/powerpoint/2010/main" val="1291430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065703-644E-4298-BC3E-BD4CAA81DC95}"/>
              </a:ext>
            </a:extLst>
          </p:cNvPr>
          <p:cNvSpPr>
            <a:spLocks noGrp="1"/>
          </p:cNvSpPr>
          <p:nvPr>
            <p:ph idx="1"/>
          </p:nvPr>
        </p:nvSpPr>
        <p:spPr>
          <a:xfrm>
            <a:off x="457200" y="762000"/>
            <a:ext cx="8229600" cy="4525963"/>
          </a:xfrm>
        </p:spPr>
        <p:txBody>
          <a:bodyPr/>
          <a:lstStyle/>
          <a:p>
            <a:pPr marL="0" indent="0">
              <a:buNone/>
            </a:pPr>
            <a:endParaRPr lang="en-US" dirty="0"/>
          </a:p>
        </p:txBody>
      </p:sp>
      <p:sp>
        <p:nvSpPr>
          <p:cNvPr id="4" name="Footer Placeholder 3">
            <a:extLst>
              <a:ext uri="{FF2B5EF4-FFF2-40B4-BE49-F238E27FC236}">
                <a16:creationId xmlns:a16="http://schemas.microsoft.com/office/drawing/2014/main" id="{FB604B30-FFFE-4AF7-A8DF-BC661262109B}"/>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3F71709C-2A67-486A-B113-96BDC08BBC94}"/>
              </a:ext>
            </a:extLst>
          </p:cNvPr>
          <p:cNvSpPr>
            <a:spLocks noGrp="1"/>
          </p:cNvSpPr>
          <p:nvPr>
            <p:ph type="dt" sz="half" idx="2"/>
          </p:nvPr>
        </p:nvSpPr>
        <p:spPr/>
        <p:txBody>
          <a:bodyPr/>
          <a:lstStyle/>
          <a:p>
            <a:pPr>
              <a:defRPr/>
            </a:pPr>
            <a:r>
              <a:rPr lang="en-US" altLang="en-US" dirty="0"/>
              <a:t>Date : 4-25-2022</a:t>
            </a:r>
          </a:p>
        </p:txBody>
      </p:sp>
      <p:sp>
        <p:nvSpPr>
          <p:cNvPr id="6" name="Slide Number Placeholder 5">
            <a:extLst>
              <a:ext uri="{FF2B5EF4-FFF2-40B4-BE49-F238E27FC236}">
                <a16:creationId xmlns:a16="http://schemas.microsoft.com/office/drawing/2014/main" id="{C89604F3-34AF-4ED8-8791-A9F20075C239}"/>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6</a:t>
            </a:fld>
            <a:endParaRPr lang="en-US" altLang="en-US" dirty="0"/>
          </a:p>
        </p:txBody>
      </p:sp>
      <p:sp>
        <p:nvSpPr>
          <p:cNvPr id="37" name="Callout: Up Arrow 36">
            <a:extLst>
              <a:ext uri="{FF2B5EF4-FFF2-40B4-BE49-F238E27FC236}">
                <a16:creationId xmlns:a16="http://schemas.microsoft.com/office/drawing/2014/main" id="{0DC588F8-B7EB-4C72-9BEF-D5EC01B0AB84}"/>
              </a:ext>
              <a:ext uri="{C183D7F6-B498-43B3-948B-1728B52AA6E4}">
                <adec:decorative xmlns:adec="http://schemas.microsoft.com/office/drawing/2017/decorative" val="1"/>
              </a:ext>
            </a:extLst>
          </p:cNvPr>
          <p:cNvSpPr/>
          <p:nvPr/>
        </p:nvSpPr>
        <p:spPr>
          <a:xfrm rot="10800000">
            <a:off x="2819400" y="994091"/>
            <a:ext cx="3939540" cy="653752"/>
          </a:xfrm>
          <a:prstGeom prst="upArrowCallout">
            <a:avLst/>
          </a:prstGeom>
          <a:solidFill>
            <a:schemeClr val="accent4"/>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N" dirty="0"/>
          </a:p>
        </p:txBody>
      </p:sp>
      <p:sp>
        <p:nvSpPr>
          <p:cNvPr id="38" name="Callout: Up Arrow 37">
            <a:extLst>
              <a:ext uri="{FF2B5EF4-FFF2-40B4-BE49-F238E27FC236}">
                <a16:creationId xmlns:a16="http://schemas.microsoft.com/office/drawing/2014/main" id="{E04DD231-0C84-4F34-AA43-AF2558501544}"/>
              </a:ext>
              <a:ext uri="{C183D7F6-B498-43B3-948B-1728B52AA6E4}">
                <adec:decorative xmlns:adec="http://schemas.microsoft.com/office/drawing/2017/decorative" val="1"/>
              </a:ext>
            </a:extLst>
          </p:cNvPr>
          <p:cNvSpPr/>
          <p:nvPr/>
        </p:nvSpPr>
        <p:spPr>
          <a:xfrm rot="10800000">
            <a:off x="3306665" y="2312487"/>
            <a:ext cx="2971800" cy="653752"/>
          </a:xfrm>
          <a:prstGeom prst="upArrowCallou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N" dirty="0"/>
          </a:p>
        </p:txBody>
      </p:sp>
      <p:sp>
        <p:nvSpPr>
          <p:cNvPr id="39" name="Callout: Up Arrow 38">
            <a:extLst>
              <a:ext uri="{FF2B5EF4-FFF2-40B4-BE49-F238E27FC236}">
                <a16:creationId xmlns:a16="http://schemas.microsoft.com/office/drawing/2014/main" id="{B8A46F1A-34A0-4E80-897F-88BA4DE83E36}"/>
              </a:ext>
              <a:ext uri="{C183D7F6-B498-43B3-948B-1728B52AA6E4}">
                <adec:decorative xmlns:adec="http://schemas.microsoft.com/office/drawing/2017/decorative" val="1"/>
              </a:ext>
            </a:extLst>
          </p:cNvPr>
          <p:cNvSpPr/>
          <p:nvPr/>
        </p:nvSpPr>
        <p:spPr>
          <a:xfrm rot="10800000">
            <a:off x="3323776" y="4287492"/>
            <a:ext cx="2971800" cy="653752"/>
          </a:xfrm>
          <a:prstGeom prst="upArrowCallout">
            <a:avLst/>
          </a:prstGeom>
          <a:solidFill>
            <a:schemeClr val="accent4">
              <a:lumMod val="5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0" name="Callout: Up Arrow 39">
            <a:extLst>
              <a:ext uri="{FF2B5EF4-FFF2-40B4-BE49-F238E27FC236}">
                <a16:creationId xmlns:a16="http://schemas.microsoft.com/office/drawing/2014/main" id="{3A1BF5F4-E478-4862-AE5C-2B1CC772366F}"/>
              </a:ext>
              <a:ext uri="{C183D7F6-B498-43B3-948B-1728B52AA6E4}">
                <adec:decorative xmlns:adec="http://schemas.microsoft.com/office/drawing/2017/decorative" val="1"/>
              </a:ext>
            </a:extLst>
          </p:cNvPr>
          <p:cNvSpPr/>
          <p:nvPr/>
        </p:nvSpPr>
        <p:spPr>
          <a:xfrm rot="10800000">
            <a:off x="3323776" y="2966240"/>
            <a:ext cx="2971800" cy="653752"/>
          </a:xfrm>
          <a:prstGeom prst="upArrowCallout">
            <a:avLst/>
          </a:prstGeom>
          <a:solidFill>
            <a:schemeClr val="accent4">
              <a:lumMod val="5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1" name="Callout: Up Arrow 40">
            <a:extLst>
              <a:ext uri="{FF2B5EF4-FFF2-40B4-BE49-F238E27FC236}">
                <a16:creationId xmlns:a16="http://schemas.microsoft.com/office/drawing/2014/main" id="{C3DD8F4A-08FB-44DA-A471-88DF3C5E7A3F}"/>
              </a:ext>
              <a:ext uri="{C183D7F6-B498-43B3-948B-1728B52AA6E4}">
                <adec:decorative xmlns:adec="http://schemas.microsoft.com/office/drawing/2017/decorative" val="1"/>
              </a:ext>
            </a:extLst>
          </p:cNvPr>
          <p:cNvSpPr/>
          <p:nvPr/>
        </p:nvSpPr>
        <p:spPr>
          <a:xfrm rot="10800000">
            <a:off x="3331235" y="3619994"/>
            <a:ext cx="2971800" cy="653752"/>
          </a:xfrm>
          <a:prstGeom prst="upArrowCallou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2" name="Callout: Up Arrow 12">
            <a:extLst>
              <a:ext uri="{FF2B5EF4-FFF2-40B4-BE49-F238E27FC236}">
                <a16:creationId xmlns:a16="http://schemas.microsoft.com/office/drawing/2014/main" id="{EEE5F07C-FB64-4D36-A78B-7A509971E47A}"/>
              </a:ext>
            </a:extLst>
          </p:cNvPr>
          <p:cNvSpPr txBox="1"/>
          <p:nvPr/>
        </p:nvSpPr>
        <p:spPr>
          <a:xfrm>
            <a:off x="3351023" y="2974333"/>
            <a:ext cx="2971800" cy="424788"/>
          </a:xfrm>
          <a:prstGeom prst="rect">
            <a:avLst/>
          </a:prstGeom>
          <a:solidFill>
            <a:schemeClr val="accent4">
              <a:lumMod val="50000"/>
            </a:schemeClr>
          </a:solidFill>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Gill Sans MT" panose="020B0502020104020203" pitchFamily="34" charset="0"/>
              </a:rPr>
              <a:t>Feature Selection</a:t>
            </a:r>
          </a:p>
        </p:txBody>
      </p:sp>
      <p:sp>
        <p:nvSpPr>
          <p:cNvPr id="43" name="Callout: Up Arrow 12">
            <a:extLst>
              <a:ext uri="{FF2B5EF4-FFF2-40B4-BE49-F238E27FC236}">
                <a16:creationId xmlns:a16="http://schemas.microsoft.com/office/drawing/2014/main" id="{A75488B6-716F-46F0-9EF4-FC7233D45262}"/>
              </a:ext>
            </a:extLst>
          </p:cNvPr>
          <p:cNvSpPr txBox="1"/>
          <p:nvPr/>
        </p:nvSpPr>
        <p:spPr>
          <a:xfrm>
            <a:off x="3351023" y="4295585"/>
            <a:ext cx="2971800" cy="424788"/>
          </a:xfrm>
          <a:prstGeom prst="rect">
            <a:avLst/>
          </a:prstGeom>
          <a:solidFill>
            <a:schemeClr val="accent4">
              <a:lumMod val="50000"/>
            </a:schemeClr>
          </a:solidFill>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ctr" defTabSz="666750" rtl="0">
              <a:lnSpc>
                <a:spcPct val="90000"/>
              </a:lnSpc>
              <a:spcBef>
                <a:spcPct val="0"/>
              </a:spcBef>
              <a:spcAft>
                <a:spcPct val="35000"/>
              </a:spcAft>
              <a:buNone/>
            </a:pPr>
            <a:r>
              <a:rPr lang="en-US" sz="1500" dirty="0">
                <a:latin typeface="Gill Sans MT" panose="020B0502020104020203" pitchFamily="34" charset="0"/>
              </a:rPr>
              <a:t>Evaluate the models</a:t>
            </a:r>
            <a:endParaRPr lang="en-US" sz="1500" kern="1200" dirty="0">
              <a:latin typeface="Gill Sans MT" panose="020B0502020104020203" pitchFamily="34" charset="0"/>
            </a:endParaRPr>
          </a:p>
        </p:txBody>
      </p:sp>
      <p:sp>
        <p:nvSpPr>
          <p:cNvPr id="44" name="Callout: Up Arrow 43">
            <a:extLst>
              <a:ext uri="{FF2B5EF4-FFF2-40B4-BE49-F238E27FC236}">
                <a16:creationId xmlns:a16="http://schemas.microsoft.com/office/drawing/2014/main" id="{35743E99-6394-49D9-8733-2B6ADE221B1B}"/>
              </a:ext>
              <a:ext uri="{C183D7F6-B498-43B3-948B-1728B52AA6E4}">
                <adec:decorative xmlns:adec="http://schemas.microsoft.com/office/drawing/2017/decorative" val="1"/>
              </a:ext>
            </a:extLst>
          </p:cNvPr>
          <p:cNvSpPr/>
          <p:nvPr/>
        </p:nvSpPr>
        <p:spPr>
          <a:xfrm rot="10800000">
            <a:off x="3323775" y="1636044"/>
            <a:ext cx="2971800" cy="653752"/>
          </a:xfrm>
          <a:prstGeom prst="upArrowCallout">
            <a:avLst/>
          </a:prstGeom>
          <a:solidFill>
            <a:schemeClr val="accent4">
              <a:lumMod val="5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N" dirty="0"/>
          </a:p>
        </p:txBody>
      </p:sp>
      <p:sp>
        <p:nvSpPr>
          <p:cNvPr id="45" name="Callout: Up Arrow 12">
            <a:extLst>
              <a:ext uri="{FF2B5EF4-FFF2-40B4-BE49-F238E27FC236}">
                <a16:creationId xmlns:a16="http://schemas.microsoft.com/office/drawing/2014/main" id="{2822BE96-506F-42B2-8AAD-4F4149028431}"/>
              </a:ext>
            </a:extLst>
          </p:cNvPr>
          <p:cNvSpPr txBox="1"/>
          <p:nvPr/>
        </p:nvSpPr>
        <p:spPr>
          <a:xfrm>
            <a:off x="3341299" y="1620810"/>
            <a:ext cx="2971800" cy="451904"/>
          </a:xfrm>
          <a:prstGeom prst="rect">
            <a:avLst/>
          </a:prstGeom>
          <a:solidFill>
            <a:schemeClr val="accent4">
              <a:lumMod val="50000"/>
            </a:schemeClr>
          </a:solidFill>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ctr" defTabSz="666750" rtl="0">
              <a:lnSpc>
                <a:spcPct val="90000"/>
              </a:lnSpc>
              <a:spcBef>
                <a:spcPct val="0"/>
              </a:spcBef>
              <a:spcAft>
                <a:spcPct val="35000"/>
              </a:spcAft>
              <a:buNone/>
            </a:pPr>
            <a:r>
              <a:rPr lang="en-US" sz="1400" dirty="0">
                <a:latin typeface="Gill Sans MT" panose="020B0502020104020203" pitchFamily="34" charset="0"/>
              </a:rPr>
              <a:t>Data Exploration and Preprocessing</a:t>
            </a:r>
            <a:endParaRPr lang="en-US" sz="1400" kern="1200" dirty="0">
              <a:latin typeface="Gill Sans MT" panose="020B0502020104020203" pitchFamily="34" charset="0"/>
            </a:endParaRPr>
          </a:p>
        </p:txBody>
      </p:sp>
      <p:sp>
        <p:nvSpPr>
          <p:cNvPr id="46" name="Callout: Up Arrow 12">
            <a:extLst>
              <a:ext uri="{FF2B5EF4-FFF2-40B4-BE49-F238E27FC236}">
                <a16:creationId xmlns:a16="http://schemas.microsoft.com/office/drawing/2014/main" id="{CFF0A8BF-15B0-42AE-AFE4-4B3F71DEC749}"/>
              </a:ext>
            </a:extLst>
          </p:cNvPr>
          <p:cNvSpPr txBox="1"/>
          <p:nvPr/>
        </p:nvSpPr>
        <p:spPr>
          <a:xfrm>
            <a:off x="3338694" y="3633738"/>
            <a:ext cx="2971800" cy="424788"/>
          </a:xfrm>
          <a:prstGeom prst="rect">
            <a:avLst/>
          </a:prstGeom>
          <a:solidFill>
            <a:schemeClr val="accent2"/>
          </a:solidFill>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ctr" defTabSz="666750" rtl="0">
              <a:lnSpc>
                <a:spcPct val="90000"/>
              </a:lnSpc>
              <a:spcBef>
                <a:spcPct val="0"/>
              </a:spcBef>
              <a:spcAft>
                <a:spcPct val="35000"/>
              </a:spcAft>
              <a:buNone/>
            </a:pPr>
            <a:r>
              <a:rPr lang="en-US" sz="1500" dirty="0">
                <a:latin typeface="Gill Sans MT" panose="020B0502020104020203" pitchFamily="34" charset="0"/>
              </a:rPr>
              <a:t>Model Fitting</a:t>
            </a:r>
            <a:endParaRPr lang="en-US" sz="1500" kern="1200" dirty="0">
              <a:latin typeface="Gill Sans MT" panose="020B0502020104020203" pitchFamily="34" charset="0"/>
            </a:endParaRPr>
          </a:p>
        </p:txBody>
      </p:sp>
      <p:sp>
        <p:nvSpPr>
          <p:cNvPr id="47" name="Callout: Up Arrow 12">
            <a:extLst>
              <a:ext uri="{FF2B5EF4-FFF2-40B4-BE49-F238E27FC236}">
                <a16:creationId xmlns:a16="http://schemas.microsoft.com/office/drawing/2014/main" id="{2D14DBBA-4373-48A9-B644-BD65934F7805}"/>
              </a:ext>
            </a:extLst>
          </p:cNvPr>
          <p:cNvSpPr txBox="1"/>
          <p:nvPr/>
        </p:nvSpPr>
        <p:spPr>
          <a:xfrm>
            <a:off x="3323775" y="2306369"/>
            <a:ext cx="2971800" cy="424788"/>
          </a:xfrm>
          <a:prstGeom prst="rect">
            <a:avLst/>
          </a:prstGeom>
          <a:solidFill>
            <a:schemeClr val="accent2"/>
          </a:solidFill>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Gill Sans MT" panose="020B0502020104020203" pitchFamily="34" charset="0"/>
              </a:rPr>
              <a:t>Data Visualization (EDA)</a:t>
            </a:r>
          </a:p>
        </p:txBody>
      </p:sp>
      <p:sp>
        <p:nvSpPr>
          <p:cNvPr id="48" name="Callout: Up Arrow 12">
            <a:extLst>
              <a:ext uri="{FF2B5EF4-FFF2-40B4-BE49-F238E27FC236}">
                <a16:creationId xmlns:a16="http://schemas.microsoft.com/office/drawing/2014/main" id="{2BB71697-7B35-4D49-B7E4-42C42A42530A}"/>
              </a:ext>
            </a:extLst>
          </p:cNvPr>
          <p:cNvSpPr txBox="1"/>
          <p:nvPr/>
        </p:nvSpPr>
        <p:spPr>
          <a:xfrm>
            <a:off x="2819400" y="977580"/>
            <a:ext cx="3939540" cy="433970"/>
          </a:xfrm>
          <a:prstGeom prst="rect">
            <a:avLst/>
          </a:prstGeom>
          <a:solidFill>
            <a:schemeClr val="accent4"/>
          </a:solidFill>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Gill Sans MT" panose="020B0502020104020203" pitchFamily="34" charset="0"/>
              </a:rPr>
              <a:t>Data Collection</a:t>
            </a:r>
          </a:p>
        </p:txBody>
      </p:sp>
      <p:sp>
        <p:nvSpPr>
          <p:cNvPr id="49" name="Callout: Up Arrow 48">
            <a:extLst>
              <a:ext uri="{FF2B5EF4-FFF2-40B4-BE49-F238E27FC236}">
                <a16:creationId xmlns:a16="http://schemas.microsoft.com/office/drawing/2014/main" id="{0C0BF565-3711-418C-966C-3E13D13A0DD7}"/>
              </a:ext>
              <a:ext uri="{C183D7F6-B498-43B3-948B-1728B52AA6E4}">
                <adec:decorative xmlns:adec="http://schemas.microsoft.com/office/drawing/2017/decorative" val="1"/>
              </a:ext>
            </a:extLst>
          </p:cNvPr>
          <p:cNvSpPr/>
          <p:nvPr/>
        </p:nvSpPr>
        <p:spPr>
          <a:xfrm rot="10800000">
            <a:off x="3338694" y="4941245"/>
            <a:ext cx="2971800" cy="653752"/>
          </a:xfrm>
          <a:prstGeom prst="upArrowCallout">
            <a:avLst/>
          </a:pr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50" name="Callout: Up Arrow 12">
            <a:extLst>
              <a:ext uri="{FF2B5EF4-FFF2-40B4-BE49-F238E27FC236}">
                <a16:creationId xmlns:a16="http://schemas.microsoft.com/office/drawing/2014/main" id="{0E153C76-E268-4B00-A139-B37711E703E3}"/>
              </a:ext>
            </a:extLst>
          </p:cNvPr>
          <p:cNvSpPr txBox="1"/>
          <p:nvPr/>
        </p:nvSpPr>
        <p:spPr>
          <a:xfrm>
            <a:off x="3346852" y="4941245"/>
            <a:ext cx="2971800" cy="424788"/>
          </a:xfrm>
          <a:prstGeom prst="rect">
            <a:avLst/>
          </a:prstGeom>
          <a:solidFill>
            <a:schemeClr val="accent2"/>
          </a:solidFill>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Gill Sans MT" panose="020B0502020104020203" pitchFamily="34" charset="0"/>
              </a:rPr>
              <a:t>Tune the best model</a:t>
            </a:r>
          </a:p>
        </p:txBody>
      </p:sp>
      <p:sp>
        <p:nvSpPr>
          <p:cNvPr id="51" name="Callout: Up Arrow 12">
            <a:extLst>
              <a:ext uri="{FF2B5EF4-FFF2-40B4-BE49-F238E27FC236}">
                <a16:creationId xmlns:a16="http://schemas.microsoft.com/office/drawing/2014/main" id="{47C36014-3BD6-4777-8A9E-92E83A9651D1}"/>
              </a:ext>
            </a:extLst>
          </p:cNvPr>
          <p:cNvSpPr txBox="1"/>
          <p:nvPr/>
        </p:nvSpPr>
        <p:spPr>
          <a:xfrm>
            <a:off x="2725637" y="5586905"/>
            <a:ext cx="4033303" cy="424788"/>
          </a:xfrm>
          <a:prstGeom prst="rect">
            <a:avLst/>
          </a:prstGeom>
          <a:solidFill>
            <a:schemeClr val="accent4">
              <a:lumMod val="50000"/>
            </a:schemeClr>
          </a:solidFill>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Gill Sans MT" panose="020B0502020104020203" pitchFamily="34" charset="0"/>
              </a:rPr>
              <a:t>Depl</a:t>
            </a:r>
            <a:r>
              <a:rPr lang="en-US" sz="1500" dirty="0">
                <a:latin typeface="Gill Sans MT" panose="020B0502020104020203" pitchFamily="34" charset="0"/>
              </a:rPr>
              <a:t>oy the model</a:t>
            </a:r>
            <a:endParaRPr lang="en-US" sz="1500" kern="1200" dirty="0">
              <a:latin typeface="Gill Sans MT" panose="020B0502020104020203" pitchFamily="34" charset="0"/>
            </a:endParaRPr>
          </a:p>
        </p:txBody>
      </p:sp>
    </p:spTree>
    <p:extLst>
      <p:ext uri="{BB962C8B-B14F-4D97-AF65-F5344CB8AC3E}">
        <p14:creationId xmlns:p14="http://schemas.microsoft.com/office/powerpoint/2010/main" val="4078673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FF5427-C726-4D2B-AD2A-E1086FF12371}"/>
              </a:ext>
            </a:extLst>
          </p:cNvPr>
          <p:cNvSpPr>
            <a:spLocks noGrp="1"/>
          </p:cNvSpPr>
          <p:nvPr>
            <p:ph idx="1"/>
          </p:nvPr>
        </p:nvSpPr>
        <p:spPr>
          <a:xfrm>
            <a:off x="533400" y="762000"/>
            <a:ext cx="8229600" cy="4525963"/>
          </a:xfrm>
        </p:spPr>
        <p:txBody>
          <a:bodyPr/>
          <a:lstStyle/>
          <a:p>
            <a:pPr marL="0" indent="0">
              <a:buNone/>
            </a:pPr>
            <a:r>
              <a:rPr lang="en-US" dirty="0"/>
              <a:t>Data Description</a:t>
            </a:r>
          </a:p>
          <a:p>
            <a:r>
              <a:rPr lang="en-US" sz="1800" dirty="0"/>
              <a:t>The Bangalore Wind Power data has 127,392 records and 8 variables, out of which 7 are numeric and 1 date-time format.</a:t>
            </a:r>
          </a:p>
          <a:p>
            <a:pPr marL="0" indent="0">
              <a:buNone/>
            </a:pPr>
            <a:endParaRPr lang="en-US" sz="1800" dirty="0"/>
          </a:p>
          <a:p>
            <a:pPr marL="0" indent="0">
              <a:buNone/>
            </a:pPr>
            <a:endParaRPr lang="en-US" sz="1800" dirty="0"/>
          </a:p>
        </p:txBody>
      </p:sp>
      <p:sp>
        <p:nvSpPr>
          <p:cNvPr id="4" name="Footer Placeholder 3">
            <a:extLst>
              <a:ext uri="{FF2B5EF4-FFF2-40B4-BE49-F238E27FC236}">
                <a16:creationId xmlns:a16="http://schemas.microsoft.com/office/drawing/2014/main" id="{853BCEA9-AB49-4B84-8EBE-99E2229D906C}"/>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CB091BBF-9CED-4964-93F3-4211214A6FB4}"/>
              </a:ext>
            </a:extLst>
          </p:cNvPr>
          <p:cNvSpPr>
            <a:spLocks noGrp="1"/>
          </p:cNvSpPr>
          <p:nvPr>
            <p:ph type="dt" sz="half" idx="2"/>
          </p:nvPr>
        </p:nvSpPr>
        <p:spPr/>
        <p:txBody>
          <a:bodyPr/>
          <a:lstStyle/>
          <a:p>
            <a:pPr>
              <a:defRPr/>
            </a:pPr>
            <a:r>
              <a:rPr lang="en-US" altLang="en-US" dirty="0"/>
              <a:t>Date: : 4-25-2022</a:t>
            </a:r>
          </a:p>
        </p:txBody>
      </p:sp>
      <p:sp>
        <p:nvSpPr>
          <p:cNvPr id="6" name="Slide Number Placeholder 5">
            <a:extLst>
              <a:ext uri="{FF2B5EF4-FFF2-40B4-BE49-F238E27FC236}">
                <a16:creationId xmlns:a16="http://schemas.microsoft.com/office/drawing/2014/main" id="{CD4D5A5A-7362-4F65-B198-9106BF21982D}"/>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7</a:t>
            </a:fld>
            <a:endParaRPr lang="en-US" altLang="en-US" dirty="0"/>
          </a:p>
        </p:txBody>
      </p:sp>
      <p:graphicFrame>
        <p:nvGraphicFramePr>
          <p:cNvPr id="7" name="Table 7">
            <a:extLst>
              <a:ext uri="{FF2B5EF4-FFF2-40B4-BE49-F238E27FC236}">
                <a16:creationId xmlns:a16="http://schemas.microsoft.com/office/drawing/2014/main" id="{3EC3B0C7-9026-4A5D-905B-354B735C947D}"/>
              </a:ext>
            </a:extLst>
          </p:cNvPr>
          <p:cNvGraphicFramePr>
            <a:graphicFrameLocks noGrp="1"/>
          </p:cNvGraphicFramePr>
          <p:nvPr>
            <p:extLst>
              <p:ext uri="{D42A27DB-BD31-4B8C-83A1-F6EECF244321}">
                <p14:modId xmlns:p14="http://schemas.microsoft.com/office/powerpoint/2010/main" val="1192036288"/>
              </p:ext>
            </p:extLst>
          </p:nvPr>
        </p:nvGraphicFramePr>
        <p:xfrm>
          <a:off x="1538796" y="1981200"/>
          <a:ext cx="5715001" cy="4663440"/>
        </p:xfrm>
        <a:graphic>
          <a:graphicData uri="http://schemas.openxmlformats.org/drawingml/2006/table">
            <a:tbl>
              <a:tblPr firstRow="1" bandRow="1">
                <a:tableStyleId>{5C22544A-7EE6-4342-B048-85BDC9FD1C3A}</a:tableStyleId>
              </a:tblPr>
              <a:tblGrid>
                <a:gridCol w="2214563">
                  <a:extLst>
                    <a:ext uri="{9D8B030D-6E8A-4147-A177-3AD203B41FA5}">
                      <a16:colId xmlns:a16="http://schemas.microsoft.com/office/drawing/2014/main" val="866667468"/>
                    </a:ext>
                  </a:extLst>
                </a:gridCol>
                <a:gridCol w="3500438">
                  <a:extLst>
                    <a:ext uri="{9D8B030D-6E8A-4147-A177-3AD203B41FA5}">
                      <a16:colId xmlns:a16="http://schemas.microsoft.com/office/drawing/2014/main" val="1528095921"/>
                    </a:ext>
                  </a:extLst>
                </a:gridCol>
              </a:tblGrid>
              <a:tr h="334682">
                <a:tc>
                  <a:txBody>
                    <a:bodyPr/>
                    <a:lstStyle/>
                    <a:p>
                      <a:r>
                        <a:rPr lang="en-US" dirty="0"/>
                        <a:t>Variable</a:t>
                      </a:r>
                    </a:p>
                  </a:txBody>
                  <a:tcPr/>
                </a:tc>
                <a:tc>
                  <a:txBody>
                    <a:bodyPr/>
                    <a:lstStyle/>
                    <a:p>
                      <a:r>
                        <a:rPr lang="en-US" dirty="0"/>
                        <a:t>Definition</a:t>
                      </a:r>
                    </a:p>
                  </a:txBody>
                  <a:tcPr/>
                </a:tc>
                <a:extLst>
                  <a:ext uri="{0D108BD9-81ED-4DB2-BD59-A6C34878D82A}">
                    <a16:rowId xmlns:a16="http://schemas.microsoft.com/office/drawing/2014/main" val="227348133"/>
                  </a:ext>
                </a:extLst>
              </a:tr>
              <a:tr h="585694">
                <a:tc>
                  <a:txBody>
                    <a:bodyPr/>
                    <a:lstStyle/>
                    <a:p>
                      <a:r>
                        <a:rPr lang="en-US" dirty="0" err="1"/>
                        <a:t>T_amb</a:t>
                      </a:r>
                      <a:r>
                        <a:rPr lang="en-US" dirty="0"/>
                        <a:t> (Degree </a:t>
                      </a:r>
                      <a:r>
                        <a:rPr lang="en-US" dirty="0" err="1"/>
                        <a:t>Celcius</a:t>
                      </a:r>
                      <a:r>
                        <a:rPr lang="en-US" dirty="0"/>
                        <a:t>)</a:t>
                      </a:r>
                    </a:p>
                  </a:txBody>
                  <a:tcPr/>
                </a:tc>
                <a:tc>
                  <a:txBody>
                    <a:bodyPr/>
                    <a:lstStyle/>
                    <a:p>
                      <a:r>
                        <a:rPr lang="en-US" dirty="0"/>
                        <a:t>Ambient Temperature.</a:t>
                      </a:r>
                    </a:p>
                  </a:txBody>
                  <a:tcPr/>
                </a:tc>
                <a:extLst>
                  <a:ext uri="{0D108BD9-81ED-4DB2-BD59-A6C34878D82A}">
                    <a16:rowId xmlns:a16="http://schemas.microsoft.com/office/drawing/2014/main" val="2619709344"/>
                  </a:ext>
                </a:extLst>
              </a:tr>
              <a:tr h="836706">
                <a:tc>
                  <a:txBody>
                    <a:bodyPr/>
                    <a:lstStyle/>
                    <a:p>
                      <a:r>
                        <a:rPr lang="en-US" dirty="0" err="1"/>
                        <a:t>DewPoint</a:t>
                      </a:r>
                      <a:r>
                        <a:rPr lang="en-US" dirty="0"/>
                        <a:t> (degree Celsius)</a:t>
                      </a:r>
                    </a:p>
                  </a:txBody>
                  <a:tcPr/>
                </a:tc>
                <a:tc>
                  <a:txBody>
                    <a:bodyPr/>
                    <a:lstStyle/>
                    <a:p>
                      <a:r>
                        <a:rPr lang="en-US" dirty="0"/>
                        <a:t>The temperature air needs to be cooled to achieve relative humidity of 100%.</a:t>
                      </a:r>
                    </a:p>
                  </a:txBody>
                  <a:tcPr/>
                </a:tc>
                <a:extLst>
                  <a:ext uri="{0D108BD9-81ED-4DB2-BD59-A6C34878D82A}">
                    <a16:rowId xmlns:a16="http://schemas.microsoft.com/office/drawing/2014/main" val="4035477073"/>
                  </a:ext>
                </a:extLst>
              </a:tr>
              <a:tr h="585694">
                <a:tc>
                  <a:txBody>
                    <a:bodyPr/>
                    <a:lstStyle/>
                    <a:p>
                      <a:r>
                        <a:rPr lang="en-US" dirty="0"/>
                        <a:t>Humidity (g/m3 in%)</a:t>
                      </a:r>
                    </a:p>
                  </a:txBody>
                  <a:tcPr/>
                </a:tc>
                <a:tc>
                  <a:txBody>
                    <a:bodyPr/>
                    <a:lstStyle/>
                    <a:p>
                      <a:r>
                        <a:rPr lang="en-US" dirty="0"/>
                        <a:t>The amount of water vapor present in air.</a:t>
                      </a:r>
                    </a:p>
                  </a:txBody>
                  <a:tcPr/>
                </a:tc>
                <a:extLst>
                  <a:ext uri="{0D108BD9-81ED-4DB2-BD59-A6C34878D82A}">
                    <a16:rowId xmlns:a16="http://schemas.microsoft.com/office/drawing/2014/main" val="431790365"/>
                  </a:ext>
                </a:extLst>
              </a:tr>
              <a:tr h="334682">
                <a:tc>
                  <a:txBody>
                    <a:bodyPr/>
                    <a:lstStyle/>
                    <a:p>
                      <a:r>
                        <a:rPr lang="en-US" dirty="0"/>
                        <a:t>Pressure (Pa)</a:t>
                      </a:r>
                    </a:p>
                  </a:txBody>
                  <a:tcPr/>
                </a:tc>
                <a:tc>
                  <a:txBody>
                    <a:bodyPr/>
                    <a:lstStyle/>
                    <a:p>
                      <a:r>
                        <a:rPr lang="en-US" dirty="0"/>
                        <a:t>The atmospheric pressure.</a:t>
                      </a:r>
                    </a:p>
                  </a:txBody>
                  <a:tcPr/>
                </a:tc>
                <a:extLst>
                  <a:ext uri="{0D108BD9-81ED-4DB2-BD59-A6C34878D82A}">
                    <a16:rowId xmlns:a16="http://schemas.microsoft.com/office/drawing/2014/main" val="1896989376"/>
                  </a:ext>
                </a:extLst>
              </a:tr>
              <a:tr h="334682">
                <a:tc>
                  <a:txBody>
                    <a:bodyPr/>
                    <a:lstStyle/>
                    <a:p>
                      <a:r>
                        <a:rPr lang="en-US" dirty="0" err="1"/>
                        <a:t>Wind_Dir</a:t>
                      </a:r>
                      <a:r>
                        <a:rPr lang="en-US" dirty="0"/>
                        <a:t> (degrees)</a:t>
                      </a:r>
                    </a:p>
                  </a:txBody>
                  <a:tcPr/>
                </a:tc>
                <a:tc>
                  <a:txBody>
                    <a:bodyPr/>
                    <a:lstStyle/>
                    <a:p>
                      <a:r>
                        <a:rPr lang="en-US" dirty="0"/>
                        <a:t>Wind Direction</a:t>
                      </a:r>
                    </a:p>
                  </a:txBody>
                  <a:tcPr/>
                </a:tc>
                <a:extLst>
                  <a:ext uri="{0D108BD9-81ED-4DB2-BD59-A6C34878D82A}">
                    <a16:rowId xmlns:a16="http://schemas.microsoft.com/office/drawing/2014/main" val="1054566474"/>
                  </a:ext>
                </a:extLst>
              </a:tr>
              <a:tr h="334682">
                <a:tc>
                  <a:txBody>
                    <a:bodyPr/>
                    <a:lstStyle/>
                    <a:p>
                      <a:r>
                        <a:rPr lang="en-US" dirty="0" err="1"/>
                        <a:t>Wind_Speed</a:t>
                      </a:r>
                      <a:r>
                        <a:rPr lang="en-US" dirty="0"/>
                        <a:t>(Km/</a:t>
                      </a:r>
                      <a:r>
                        <a:rPr lang="en-US" dirty="0" err="1"/>
                        <a:t>hr</a:t>
                      </a:r>
                      <a:r>
                        <a:rPr lang="en-US" dirty="0"/>
                        <a:t>)</a:t>
                      </a:r>
                    </a:p>
                  </a:txBody>
                  <a:tcPr/>
                </a:tc>
                <a:tc>
                  <a:txBody>
                    <a:bodyPr/>
                    <a:lstStyle/>
                    <a:p>
                      <a:r>
                        <a:rPr lang="en-US" dirty="0"/>
                        <a:t>Wind velocity</a:t>
                      </a:r>
                    </a:p>
                  </a:txBody>
                  <a:tcPr/>
                </a:tc>
                <a:extLst>
                  <a:ext uri="{0D108BD9-81ED-4DB2-BD59-A6C34878D82A}">
                    <a16:rowId xmlns:a16="http://schemas.microsoft.com/office/drawing/2014/main" val="3084226194"/>
                  </a:ext>
                </a:extLst>
              </a:tr>
              <a:tr h="585694">
                <a:tc>
                  <a:txBody>
                    <a:bodyPr/>
                    <a:lstStyle/>
                    <a:p>
                      <a:r>
                        <a:rPr lang="en-US" dirty="0" err="1"/>
                        <a:t>Power_Generated</a:t>
                      </a:r>
                      <a:r>
                        <a:rPr lang="en-US" dirty="0"/>
                        <a:t>(KW) </a:t>
                      </a:r>
                    </a:p>
                  </a:txBody>
                  <a:tcPr/>
                </a:tc>
                <a:tc>
                  <a:txBody>
                    <a:bodyPr/>
                    <a:lstStyle/>
                    <a:p>
                      <a:r>
                        <a:rPr lang="en-US" dirty="0"/>
                        <a:t>Power Generated</a:t>
                      </a:r>
                    </a:p>
                  </a:txBody>
                  <a:tcPr/>
                </a:tc>
                <a:extLst>
                  <a:ext uri="{0D108BD9-81ED-4DB2-BD59-A6C34878D82A}">
                    <a16:rowId xmlns:a16="http://schemas.microsoft.com/office/drawing/2014/main" val="3576102232"/>
                  </a:ext>
                </a:extLst>
              </a:tr>
              <a:tr h="334682">
                <a:tc>
                  <a:txBody>
                    <a:bodyPr/>
                    <a:lstStyle/>
                    <a:p>
                      <a:r>
                        <a:rPr lang="en-US" dirty="0"/>
                        <a:t>Date</a:t>
                      </a:r>
                    </a:p>
                  </a:txBody>
                  <a:tcPr/>
                </a:tc>
                <a:tc>
                  <a:txBody>
                    <a:bodyPr/>
                    <a:lstStyle/>
                    <a:p>
                      <a:r>
                        <a:rPr lang="en-US" dirty="0"/>
                        <a:t>Considered hourly</a:t>
                      </a:r>
                    </a:p>
                  </a:txBody>
                  <a:tcPr/>
                </a:tc>
                <a:extLst>
                  <a:ext uri="{0D108BD9-81ED-4DB2-BD59-A6C34878D82A}">
                    <a16:rowId xmlns:a16="http://schemas.microsoft.com/office/drawing/2014/main" val="2502468071"/>
                  </a:ext>
                </a:extLst>
              </a:tr>
            </a:tbl>
          </a:graphicData>
        </a:graphic>
      </p:graphicFrame>
    </p:spTree>
    <p:extLst>
      <p:ext uri="{BB962C8B-B14F-4D97-AF65-F5344CB8AC3E}">
        <p14:creationId xmlns:p14="http://schemas.microsoft.com/office/powerpoint/2010/main" val="1915753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6C8619-FF6C-4FCB-AA7B-FEC4D4139D8D}"/>
              </a:ext>
            </a:extLst>
          </p:cNvPr>
          <p:cNvSpPr>
            <a:spLocks noGrp="1"/>
          </p:cNvSpPr>
          <p:nvPr>
            <p:ph idx="1"/>
          </p:nvPr>
        </p:nvSpPr>
        <p:spPr>
          <a:xfrm>
            <a:off x="457200" y="762000"/>
            <a:ext cx="8229600" cy="4525963"/>
          </a:xfrm>
        </p:spPr>
        <p:txBody>
          <a:bodyPr/>
          <a:lstStyle/>
          <a:p>
            <a:pPr marL="0" indent="0">
              <a:buNone/>
            </a:pPr>
            <a:r>
              <a:rPr lang="en-US" dirty="0"/>
              <a:t>Data Preprocessing</a:t>
            </a:r>
          </a:p>
          <a:p>
            <a:pPr marL="0" indent="0">
              <a:buNone/>
            </a:pPr>
            <a:endParaRPr lang="en-US" dirty="0"/>
          </a:p>
          <a:p>
            <a:r>
              <a:rPr lang="en-US" sz="2000" dirty="0"/>
              <a:t>The 3 null values of humidity were dropped.</a:t>
            </a:r>
          </a:p>
          <a:p>
            <a:r>
              <a:rPr lang="en-US" sz="2000" dirty="0"/>
              <a:t>Values with Z scores greater than 3 are considered outliers and are removed.</a:t>
            </a:r>
          </a:p>
          <a:p>
            <a:r>
              <a:rPr lang="en-US" sz="2000" dirty="0"/>
              <a:t>The dataset consists of 786 outliers ( </a:t>
            </a:r>
            <a:r>
              <a:rPr lang="en-US" sz="2000" dirty="0" err="1"/>
              <a:t>T_amb</a:t>
            </a:r>
            <a:r>
              <a:rPr lang="en-US" sz="2000" dirty="0"/>
              <a:t> = 266, </a:t>
            </a:r>
            <a:r>
              <a:rPr lang="en-US" sz="2000" dirty="0" err="1"/>
              <a:t>Dew_Point</a:t>
            </a:r>
            <a:r>
              <a:rPr lang="en-US" sz="2000" dirty="0"/>
              <a:t> = 22, Pressure = 263, </a:t>
            </a:r>
            <a:r>
              <a:rPr lang="en-US" sz="2000" dirty="0" err="1"/>
              <a:t>Wind_Speed</a:t>
            </a:r>
            <a:r>
              <a:rPr lang="en-US" sz="2000" dirty="0"/>
              <a:t> = 235).</a:t>
            </a:r>
          </a:p>
          <a:p>
            <a:r>
              <a:rPr lang="en-US" sz="2000" dirty="0"/>
              <a:t>The positively skewed columns are transformed into symmetric by using log and cube root transformation.</a:t>
            </a:r>
          </a:p>
          <a:p>
            <a:r>
              <a:rPr lang="en-US" sz="2000" dirty="0"/>
              <a:t>The negatively skewed data is transformed to symmetric using square transformation.</a:t>
            </a:r>
          </a:p>
          <a:p>
            <a:r>
              <a:rPr lang="en-US" sz="2000" dirty="0"/>
              <a:t>All the variables were converted to desired data types.</a:t>
            </a:r>
          </a:p>
        </p:txBody>
      </p:sp>
      <p:sp>
        <p:nvSpPr>
          <p:cNvPr id="4" name="Footer Placeholder 3">
            <a:extLst>
              <a:ext uri="{FF2B5EF4-FFF2-40B4-BE49-F238E27FC236}">
                <a16:creationId xmlns:a16="http://schemas.microsoft.com/office/drawing/2014/main" id="{04D61DF5-7E83-4DFA-A6EE-BED28C67859E}"/>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FE6B20F1-91F4-4EC1-8456-D4A292C2A3E9}"/>
              </a:ext>
            </a:extLst>
          </p:cNvPr>
          <p:cNvSpPr>
            <a:spLocks noGrp="1"/>
          </p:cNvSpPr>
          <p:nvPr>
            <p:ph type="dt" sz="half" idx="2"/>
          </p:nvPr>
        </p:nvSpPr>
        <p:spPr/>
        <p:txBody>
          <a:bodyPr/>
          <a:lstStyle/>
          <a:p>
            <a:pPr>
              <a:defRPr/>
            </a:pPr>
            <a:r>
              <a:rPr lang="en-US" altLang="en-US" dirty="0"/>
              <a:t>Date: 4-25-2022</a:t>
            </a:r>
          </a:p>
        </p:txBody>
      </p:sp>
      <p:sp>
        <p:nvSpPr>
          <p:cNvPr id="6" name="Slide Number Placeholder 5">
            <a:extLst>
              <a:ext uri="{FF2B5EF4-FFF2-40B4-BE49-F238E27FC236}">
                <a16:creationId xmlns:a16="http://schemas.microsoft.com/office/drawing/2014/main" id="{145535C9-38E4-41B9-B366-0F8E7C84EC84}"/>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8</a:t>
            </a:fld>
            <a:endParaRPr lang="en-US" altLang="en-US" dirty="0"/>
          </a:p>
        </p:txBody>
      </p:sp>
    </p:spTree>
    <p:extLst>
      <p:ext uri="{BB962C8B-B14F-4D97-AF65-F5344CB8AC3E}">
        <p14:creationId xmlns:p14="http://schemas.microsoft.com/office/powerpoint/2010/main" val="2154389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BE395CE-EBF6-F248-B188-2C092037A9B6}"/>
              </a:ext>
            </a:extLst>
          </p:cNvPr>
          <p:cNvSpPr>
            <a:spLocks noGrp="1"/>
          </p:cNvSpPr>
          <p:nvPr>
            <p:ph idx="1"/>
          </p:nvPr>
        </p:nvSpPr>
        <p:spPr/>
        <p:txBody>
          <a:bodyPr/>
          <a:lstStyle/>
          <a:p>
            <a:endParaRPr lang="en-US" sz="2400" dirty="0"/>
          </a:p>
          <a:p>
            <a:pPr marL="0" indent="0" algn="ctr">
              <a:spcBef>
                <a:spcPct val="0"/>
              </a:spcBef>
              <a:buNone/>
            </a:pPr>
            <a:endParaRPr lang="en-US" sz="3600" dirty="0">
              <a:solidFill>
                <a:srgbClr val="C12030"/>
              </a:solidFill>
            </a:endParaRPr>
          </a:p>
          <a:p>
            <a:pPr marL="0" indent="0" algn="ctr">
              <a:spcBef>
                <a:spcPct val="0"/>
              </a:spcBef>
              <a:buNone/>
            </a:pPr>
            <a:endParaRPr lang="en-US" sz="3600" dirty="0">
              <a:solidFill>
                <a:srgbClr val="C12030"/>
              </a:solidFill>
            </a:endParaRPr>
          </a:p>
          <a:p>
            <a:pPr marL="0" indent="0" algn="ctr">
              <a:spcBef>
                <a:spcPct val="0"/>
              </a:spcBef>
              <a:buNone/>
            </a:pPr>
            <a:r>
              <a:rPr lang="en-US" sz="3600" dirty="0">
                <a:solidFill>
                  <a:srgbClr val="C12030"/>
                </a:solidFill>
              </a:rPr>
              <a:t>Exploratory Data Analysis</a:t>
            </a:r>
          </a:p>
        </p:txBody>
      </p:sp>
      <p:sp>
        <p:nvSpPr>
          <p:cNvPr id="12" name="Slide Number Placeholder 5">
            <a:extLst>
              <a:ext uri="{FF2B5EF4-FFF2-40B4-BE49-F238E27FC236}">
                <a16:creationId xmlns:a16="http://schemas.microsoft.com/office/drawing/2014/main" id="{C0B3C2C6-EA8A-4A0B-996C-C6BB85BB6482}"/>
              </a:ext>
            </a:extLst>
          </p:cNvPr>
          <p:cNvSpPr txBox="1">
            <a:spLocks/>
          </p:cNvSpPr>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defTabSz="457200" rtl="0" eaLnBrk="1" fontAlgn="base" hangingPunct="1">
              <a:spcBef>
                <a:spcPct val="0"/>
              </a:spcBef>
              <a:spcAft>
                <a:spcPct val="0"/>
              </a:spcAft>
              <a:defRPr sz="1200" kern="1200">
                <a:solidFill>
                  <a:srgbClr val="898989"/>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a:t>Slide </a:t>
            </a:r>
            <a:fld id="{80BD4714-7CAF-EA4C-9EEE-FDA878EBA70E}" type="slidenum">
              <a:rPr lang="en-US" altLang="en-US" smtClean="0"/>
              <a:pPr>
                <a:defRPr/>
              </a:pPr>
              <a:t>9</a:t>
            </a:fld>
            <a:endParaRPr lang="en-US" altLang="en-US" dirty="0"/>
          </a:p>
        </p:txBody>
      </p:sp>
      <p:sp>
        <p:nvSpPr>
          <p:cNvPr id="13" name="Footer Placeholder 4">
            <a:extLst>
              <a:ext uri="{FF2B5EF4-FFF2-40B4-BE49-F238E27FC236}">
                <a16:creationId xmlns:a16="http://schemas.microsoft.com/office/drawing/2014/main" id="{6E83D3E0-C6F5-40FE-B956-EC66214E75C5}"/>
              </a:ext>
            </a:extLst>
          </p:cNvPr>
          <p:cNvSpPr>
            <a:spLocks noGrp="1"/>
          </p:cNvSpPr>
          <p:nvPr>
            <p:ph type="ftr" sz="quarter" idx="11"/>
          </p:nvPr>
        </p:nvSpPr>
        <p:spPr>
          <a:xfrm>
            <a:off x="3124200" y="6356350"/>
            <a:ext cx="2895600" cy="365125"/>
          </a:xfrm>
        </p:spPr>
        <p:txBody>
          <a:bodyPr/>
          <a:lstStyle/>
          <a:p>
            <a:pPr>
              <a:defRPr/>
            </a:pPr>
            <a:r>
              <a:rPr lang="en-US" dirty="0"/>
              <a:t>ENSYS 5800: A.I. in Energy Systems</a:t>
            </a:r>
          </a:p>
        </p:txBody>
      </p:sp>
      <p:sp>
        <p:nvSpPr>
          <p:cNvPr id="7" name="Date Placeholder 3">
            <a:extLst>
              <a:ext uri="{FF2B5EF4-FFF2-40B4-BE49-F238E27FC236}">
                <a16:creationId xmlns:a16="http://schemas.microsoft.com/office/drawing/2014/main" id="{595A19FE-B2FC-4965-8EDA-519A58BA54EB}"/>
              </a:ext>
            </a:extLst>
          </p:cNvPr>
          <p:cNvSpPr txBox="1">
            <a:spLocks/>
          </p:cNvSpPr>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defTabSz="457200" rtl="0" eaLnBrk="1" fontAlgn="base" hangingPunct="1">
              <a:spcBef>
                <a:spcPct val="0"/>
              </a:spcBef>
              <a:spcAft>
                <a:spcPct val="0"/>
              </a:spcAft>
              <a:defRPr sz="1200" kern="1200">
                <a:solidFill>
                  <a:srgbClr val="898989"/>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a:defRPr/>
            </a:pPr>
            <a:endParaRPr lang="en-US" altLang="en-US" dirty="0"/>
          </a:p>
          <a:p>
            <a:pPr>
              <a:defRPr/>
            </a:pPr>
            <a:r>
              <a:rPr lang="en-US" altLang="en-US" dirty="0"/>
              <a:t>Date: 4-25-2022</a:t>
            </a:r>
          </a:p>
          <a:p>
            <a:pPr>
              <a:defRPr/>
            </a:pPr>
            <a:endParaRPr lang="en-US" altLang="en-US" dirty="0"/>
          </a:p>
        </p:txBody>
      </p:sp>
    </p:spTree>
    <p:extLst>
      <p:ext uri="{BB962C8B-B14F-4D97-AF65-F5344CB8AC3E}">
        <p14:creationId xmlns:p14="http://schemas.microsoft.com/office/powerpoint/2010/main" val="3585543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Chart&#10;&#10;Description automatically generated">
            <a:extLst>
              <a:ext uri="{FF2B5EF4-FFF2-40B4-BE49-F238E27FC236}">
                <a16:creationId xmlns:a16="http://schemas.microsoft.com/office/drawing/2014/main" id="{387B76AC-02F9-4E27-9492-8C53D6914673}"/>
              </a:ext>
            </a:extLst>
          </p:cNvPr>
          <p:cNvPicPr>
            <a:picLocks noGrp="1" noChangeAspect="1"/>
          </p:cNvPicPr>
          <p:nvPr>
            <p:ph idx="1"/>
          </p:nvPr>
        </p:nvPicPr>
        <p:blipFill>
          <a:blip r:embed="rId2"/>
          <a:stretch>
            <a:fillRect/>
          </a:stretch>
        </p:blipFill>
        <p:spPr>
          <a:xfrm>
            <a:off x="872205" y="609600"/>
            <a:ext cx="7399589" cy="4525963"/>
          </a:xfrm>
        </p:spPr>
      </p:pic>
      <p:sp>
        <p:nvSpPr>
          <p:cNvPr id="4" name="Footer Placeholder 3">
            <a:extLst>
              <a:ext uri="{FF2B5EF4-FFF2-40B4-BE49-F238E27FC236}">
                <a16:creationId xmlns:a16="http://schemas.microsoft.com/office/drawing/2014/main" id="{2839A3C0-2F14-42B7-91A0-11858FC00D1E}"/>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57961F9B-65F4-4621-86E3-35ACF8DA0C3D}"/>
              </a:ext>
            </a:extLst>
          </p:cNvPr>
          <p:cNvSpPr>
            <a:spLocks noGrp="1"/>
          </p:cNvSpPr>
          <p:nvPr>
            <p:ph type="dt" sz="half" idx="2"/>
          </p:nvPr>
        </p:nvSpPr>
        <p:spPr/>
        <p:txBody>
          <a:bodyPr/>
          <a:lstStyle/>
          <a:p>
            <a:pPr>
              <a:defRPr/>
            </a:pPr>
            <a:endParaRPr lang="en-US" altLang="en-US" dirty="0"/>
          </a:p>
          <a:p>
            <a:pPr>
              <a:defRPr/>
            </a:pPr>
            <a:r>
              <a:rPr lang="en-US" altLang="en-US" dirty="0"/>
              <a:t>Date: 4-25-2022</a:t>
            </a:r>
          </a:p>
          <a:p>
            <a:pPr>
              <a:defRPr/>
            </a:pPr>
            <a:endParaRPr lang="en-US" altLang="en-US" dirty="0"/>
          </a:p>
        </p:txBody>
      </p:sp>
      <p:sp>
        <p:nvSpPr>
          <p:cNvPr id="6" name="Slide Number Placeholder 5">
            <a:extLst>
              <a:ext uri="{FF2B5EF4-FFF2-40B4-BE49-F238E27FC236}">
                <a16:creationId xmlns:a16="http://schemas.microsoft.com/office/drawing/2014/main" id="{65D21845-55D1-49C4-81BF-A2B5BC5A23D5}"/>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10</a:t>
            </a:fld>
            <a:endParaRPr lang="en-US" altLang="en-US" dirty="0"/>
          </a:p>
        </p:txBody>
      </p:sp>
      <p:sp>
        <p:nvSpPr>
          <p:cNvPr id="9" name="TextBox 8">
            <a:extLst>
              <a:ext uri="{FF2B5EF4-FFF2-40B4-BE49-F238E27FC236}">
                <a16:creationId xmlns:a16="http://schemas.microsoft.com/office/drawing/2014/main" id="{2B841E47-50F3-44A2-913B-211A2C84B4EB}"/>
              </a:ext>
            </a:extLst>
          </p:cNvPr>
          <p:cNvSpPr txBox="1"/>
          <p:nvPr/>
        </p:nvSpPr>
        <p:spPr>
          <a:xfrm flipH="1">
            <a:off x="1341119" y="5212081"/>
            <a:ext cx="6995162" cy="830997"/>
          </a:xfrm>
          <a:prstGeom prst="rect">
            <a:avLst/>
          </a:prstGeom>
          <a:noFill/>
        </p:spPr>
        <p:txBody>
          <a:bodyPr wrap="square" rtlCol="0">
            <a:spAutoFit/>
          </a:bodyPr>
          <a:lstStyle/>
          <a:p>
            <a:pPr algn="just"/>
            <a:r>
              <a:rPr lang="en-US" sz="1200" dirty="0"/>
              <a:t>It is evident from the plot that the total monthly power generated peaks during the month of July every year. The reason for this might be the increased wind speed during the summer months. Since July is monsoon season it can be attributed that the wind speeds are high and hence there is a peak in power generated.</a:t>
            </a:r>
          </a:p>
        </p:txBody>
      </p:sp>
    </p:spTree>
    <p:extLst>
      <p:ext uri="{BB962C8B-B14F-4D97-AF65-F5344CB8AC3E}">
        <p14:creationId xmlns:p14="http://schemas.microsoft.com/office/powerpoint/2010/main" val="3658777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Chart, histogram&#10;&#10;Description automatically generated">
            <a:extLst>
              <a:ext uri="{FF2B5EF4-FFF2-40B4-BE49-F238E27FC236}">
                <a16:creationId xmlns:a16="http://schemas.microsoft.com/office/drawing/2014/main" id="{8B12C5EF-2B6B-42AC-8366-9FC6E283171B}"/>
              </a:ext>
            </a:extLst>
          </p:cNvPr>
          <p:cNvPicPr>
            <a:picLocks noGrp="1" noChangeAspect="1"/>
          </p:cNvPicPr>
          <p:nvPr>
            <p:ph idx="1"/>
          </p:nvPr>
        </p:nvPicPr>
        <p:blipFill>
          <a:blip r:embed="rId2"/>
          <a:stretch>
            <a:fillRect/>
          </a:stretch>
        </p:blipFill>
        <p:spPr>
          <a:xfrm>
            <a:off x="820890" y="685800"/>
            <a:ext cx="7502219" cy="4525963"/>
          </a:xfrm>
        </p:spPr>
      </p:pic>
      <p:sp>
        <p:nvSpPr>
          <p:cNvPr id="4" name="Footer Placeholder 3">
            <a:extLst>
              <a:ext uri="{FF2B5EF4-FFF2-40B4-BE49-F238E27FC236}">
                <a16:creationId xmlns:a16="http://schemas.microsoft.com/office/drawing/2014/main" id="{8A29C5F6-7247-40EE-8B69-9A53630EFDD2}"/>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38869E93-10C1-48C8-879D-C716A257444B}"/>
              </a:ext>
            </a:extLst>
          </p:cNvPr>
          <p:cNvSpPr>
            <a:spLocks noGrp="1"/>
          </p:cNvSpPr>
          <p:nvPr>
            <p:ph type="dt" sz="half" idx="2"/>
          </p:nvPr>
        </p:nvSpPr>
        <p:spPr/>
        <p:txBody>
          <a:bodyPr/>
          <a:lstStyle/>
          <a:p>
            <a:pPr>
              <a:defRPr/>
            </a:pPr>
            <a:endParaRPr lang="en-US" altLang="en-US" dirty="0"/>
          </a:p>
          <a:p>
            <a:pPr>
              <a:defRPr/>
            </a:pPr>
            <a:r>
              <a:rPr lang="en-US" altLang="en-US" dirty="0"/>
              <a:t>Date: 4-25-2022</a:t>
            </a:r>
          </a:p>
          <a:p>
            <a:pPr>
              <a:defRPr/>
            </a:pPr>
            <a:endParaRPr lang="en-US" altLang="en-US" dirty="0"/>
          </a:p>
        </p:txBody>
      </p:sp>
      <p:sp>
        <p:nvSpPr>
          <p:cNvPr id="6" name="Slide Number Placeholder 5">
            <a:extLst>
              <a:ext uri="{FF2B5EF4-FFF2-40B4-BE49-F238E27FC236}">
                <a16:creationId xmlns:a16="http://schemas.microsoft.com/office/drawing/2014/main" id="{EFCFD54C-E051-4292-9658-1710A25EEF81}"/>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11</a:t>
            </a:fld>
            <a:endParaRPr lang="en-US" altLang="en-US" dirty="0"/>
          </a:p>
        </p:txBody>
      </p:sp>
      <p:sp>
        <p:nvSpPr>
          <p:cNvPr id="9" name="TextBox 8">
            <a:extLst>
              <a:ext uri="{FF2B5EF4-FFF2-40B4-BE49-F238E27FC236}">
                <a16:creationId xmlns:a16="http://schemas.microsoft.com/office/drawing/2014/main" id="{A7A327CB-4ED4-4447-994A-461313991D55}"/>
              </a:ext>
            </a:extLst>
          </p:cNvPr>
          <p:cNvSpPr txBox="1"/>
          <p:nvPr/>
        </p:nvSpPr>
        <p:spPr>
          <a:xfrm>
            <a:off x="1524000" y="5257800"/>
            <a:ext cx="6799109" cy="738664"/>
          </a:xfrm>
          <a:prstGeom prst="rect">
            <a:avLst/>
          </a:prstGeom>
          <a:noFill/>
        </p:spPr>
        <p:txBody>
          <a:bodyPr wrap="square" rtlCol="0">
            <a:spAutoFit/>
          </a:bodyPr>
          <a:lstStyle/>
          <a:p>
            <a:pPr algn="just"/>
            <a:r>
              <a:rPr lang="en-US" sz="1400" dirty="0"/>
              <a:t>The first quarter of every year gets way lesser power compared to the other seasons. We experience a lot of power cuts during this time of the year. We can also assume that this can be a peak season for battery manufacturers.</a:t>
            </a:r>
          </a:p>
        </p:txBody>
      </p:sp>
    </p:spTree>
    <p:extLst>
      <p:ext uri="{BB962C8B-B14F-4D97-AF65-F5344CB8AC3E}">
        <p14:creationId xmlns:p14="http://schemas.microsoft.com/office/powerpoint/2010/main" val="2315973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Chart&#10;&#10;Description automatically generated">
            <a:extLst>
              <a:ext uri="{FF2B5EF4-FFF2-40B4-BE49-F238E27FC236}">
                <a16:creationId xmlns:a16="http://schemas.microsoft.com/office/drawing/2014/main" id="{42C0D03A-2B77-4172-A7C9-2782880C8393}"/>
              </a:ext>
            </a:extLst>
          </p:cNvPr>
          <p:cNvPicPr>
            <a:picLocks noGrp="1" noChangeAspect="1"/>
          </p:cNvPicPr>
          <p:nvPr>
            <p:ph idx="1"/>
          </p:nvPr>
        </p:nvPicPr>
        <p:blipFill>
          <a:blip r:embed="rId2"/>
          <a:stretch>
            <a:fillRect/>
          </a:stretch>
        </p:blipFill>
        <p:spPr>
          <a:xfrm>
            <a:off x="457200" y="685800"/>
            <a:ext cx="8229600" cy="3173796"/>
          </a:xfrm>
        </p:spPr>
      </p:pic>
      <p:sp>
        <p:nvSpPr>
          <p:cNvPr id="4" name="Footer Placeholder 3">
            <a:extLst>
              <a:ext uri="{FF2B5EF4-FFF2-40B4-BE49-F238E27FC236}">
                <a16:creationId xmlns:a16="http://schemas.microsoft.com/office/drawing/2014/main" id="{DD9FC1CB-6C2B-479E-8E11-0F371EADF246}"/>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84C6EBAF-6548-4287-BEAB-5B94528891BC}"/>
              </a:ext>
            </a:extLst>
          </p:cNvPr>
          <p:cNvSpPr>
            <a:spLocks noGrp="1"/>
          </p:cNvSpPr>
          <p:nvPr>
            <p:ph type="dt" sz="half" idx="2"/>
          </p:nvPr>
        </p:nvSpPr>
        <p:spPr/>
        <p:txBody>
          <a:bodyPr/>
          <a:lstStyle/>
          <a:p>
            <a:pPr>
              <a:defRPr/>
            </a:pPr>
            <a:endParaRPr lang="en-US" altLang="en-US" dirty="0"/>
          </a:p>
          <a:p>
            <a:pPr>
              <a:defRPr/>
            </a:pPr>
            <a:r>
              <a:rPr lang="en-US" altLang="en-US" dirty="0"/>
              <a:t>Date: 4-25-2022</a:t>
            </a:r>
          </a:p>
          <a:p>
            <a:pPr>
              <a:defRPr/>
            </a:pPr>
            <a:endParaRPr lang="en-US" altLang="en-US" dirty="0"/>
          </a:p>
        </p:txBody>
      </p:sp>
      <p:sp>
        <p:nvSpPr>
          <p:cNvPr id="6" name="Slide Number Placeholder 5">
            <a:extLst>
              <a:ext uri="{FF2B5EF4-FFF2-40B4-BE49-F238E27FC236}">
                <a16:creationId xmlns:a16="http://schemas.microsoft.com/office/drawing/2014/main" id="{A8A3350C-E3D2-48CD-AD58-B0AB8B42C6D9}"/>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12</a:t>
            </a:fld>
            <a:endParaRPr lang="en-US" altLang="en-US" dirty="0"/>
          </a:p>
        </p:txBody>
      </p:sp>
      <p:sp>
        <p:nvSpPr>
          <p:cNvPr id="9" name="TextBox 8">
            <a:extLst>
              <a:ext uri="{FF2B5EF4-FFF2-40B4-BE49-F238E27FC236}">
                <a16:creationId xmlns:a16="http://schemas.microsoft.com/office/drawing/2014/main" id="{0C98B948-27D2-4463-B351-B1E612CD125A}"/>
              </a:ext>
            </a:extLst>
          </p:cNvPr>
          <p:cNvSpPr txBox="1"/>
          <p:nvPr/>
        </p:nvSpPr>
        <p:spPr>
          <a:xfrm flipH="1">
            <a:off x="1089658" y="3859596"/>
            <a:ext cx="7597141" cy="307777"/>
          </a:xfrm>
          <a:prstGeom prst="rect">
            <a:avLst/>
          </a:prstGeom>
          <a:noFill/>
        </p:spPr>
        <p:txBody>
          <a:bodyPr wrap="square" rtlCol="0">
            <a:spAutoFit/>
          </a:bodyPr>
          <a:lstStyle/>
          <a:p>
            <a:pPr algn="ctr"/>
            <a:r>
              <a:rPr lang="en-US" sz="1400" dirty="0"/>
              <a:t>Exponential smoothing is used to remove the cyclic characteristics of the power distribution. </a:t>
            </a:r>
          </a:p>
        </p:txBody>
      </p:sp>
    </p:spTree>
    <p:extLst>
      <p:ext uri="{BB962C8B-B14F-4D97-AF65-F5344CB8AC3E}">
        <p14:creationId xmlns:p14="http://schemas.microsoft.com/office/powerpoint/2010/main" val="621951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Chart&#10;&#10;Description automatically generated">
            <a:extLst>
              <a:ext uri="{FF2B5EF4-FFF2-40B4-BE49-F238E27FC236}">
                <a16:creationId xmlns:a16="http://schemas.microsoft.com/office/drawing/2014/main" id="{57F20FCC-D285-49F7-AEED-136FA45536B1}"/>
              </a:ext>
            </a:extLst>
          </p:cNvPr>
          <p:cNvPicPr>
            <a:picLocks noGrp="1" noChangeAspect="1"/>
          </p:cNvPicPr>
          <p:nvPr>
            <p:ph idx="1"/>
          </p:nvPr>
        </p:nvPicPr>
        <p:blipFill>
          <a:blip r:embed="rId2"/>
          <a:stretch>
            <a:fillRect/>
          </a:stretch>
        </p:blipFill>
        <p:spPr>
          <a:xfrm>
            <a:off x="2313646" y="762000"/>
            <a:ext cx="4516707" cy="4525963"/>
          </a:xfrm>
        </p:spPr>
      </p:pic>
      <p:sp>
        <p:nvSpPr>
          <p:cNvPr id="4" name="Footer Placeholder 3">
            <a:extLst>
              <a:ext uri="{FF2B5EF4-FFF2-40B4-BE49-F238E27FC236}">
                <a16:creationId xmlns:a16="http://schemas.microsoft.com/office/drawing/2014/main" id="{7D5ACC98-593D-4435-A578-E548BF46E51E}"/>
              </a:ext>
            </a:extLst>
          </p:cNvPr>
          <p:cNvSpPr>
            <a:spLocks noGrp="1"/>
          </p:cNvSpPr>
          <p:nvPr>
            <p:ph type="ftr" sz="quarter" idx="11"/>
          </p:nvPr>
        </p:nvSpPr>
        <p:spPr/>
        <p:txBody>
          <a:bodyPr/>
          <a:lstStyle/>
          <a:p>
            <a:pPr>
              <a:defRPr/>
            </a:pPr>
            <a:r>
              <a:rPr lang="en-US" dirty="0"/>
              <a:t>ENSYS7374: A.I. in Energy Systems</a:t>
            </a:r>
          </a:p>
        </p:txBody>
      </p:sp>
      <p:sp>
        <p:nvSpPr>
          <p:cNvPr id="5" name="Date Placeholder 4">
            <a:extLst>
              <a:ext uri="{FF2B5EF4-FFF2-40B4-BE49-F238E27FC236}">
                <a16:creationId xmlns:a16="http://schemas.microsoft.com/office/drawing/2014/main" id="{0D2A2D81-5E38-403E-9D5B-80264990F889}"/>
              </a:ext>
            </a:extLst>
          </p:cNvPr>
          <p:cNvSpPr>
            <a:spLocks noGrp="1"/>
          </p:cNvSpPr>
          <p:nvPr>
            <p:ph type="dt" sz="half" idx="2"/>
          </p:nvPr>
        </p:nvSpPr>
        <p:spPr/>
        <p:txBody>
          <a:bodyPr/>
          <a:lstStyle/>
          <a:p>
            <a:pPr>
              <a:defRPr/>
            </a:pPr>
            <a:endParaRPr lang="en-US" altLang="en-US" dirty="0"/>
          </a:p>
          <a:p>
            <a:pPr>
              <a:defRPr/>
            </a:pPr>
            <a:r>
              <a:rPr lang="en-US" altLang="en-US" dirty="0"/>
              <a:t>Date: 4-25-2022</a:t>
            </a:r>
          </a:p>
          <a:p>
            <a:pPr>
              <a:defRPr/>
            </a:pPr>
            <a:endParaRPr lang="en-US" altLang="en-US" dirty="0"/>
          </a:p>
        </p:txBody>
      </p:sp>
      <p:sp>
        <p:nvSpPr>
          <p:cNvPr id="6" name="Slide Number Placeholder 5">
            <a:extLst>
              <a:ext uri="{FF2B5EF4-FFF2-40B4-BE49-F238E27FC236}">
                <a16:creationId xmlns:a16="http://schemas.microsoft.com/office/drawing/2014/main" id="{C67B9C6E-A0AE-4C67-BC35-BC3BCF3DC8F7}"/>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13</a:t>
            </a:fld>
            <a:endParaRPr lang="en-US" altLang="en-US" dirty="0"/>
          </a:p>
        </p:txBody>
      </p:sp>
      <p:sp>
        <p:nvSpPr>
          <p:cNvPr id="9" name="TextBox 8">
            <a:extLst>
              <a:ext uri="{FF2B5EF4-FFF2-40B4-BE49-F238E27FC236}">
                <a16:creationId xmlns:a16="http://schemas.microsoft.com/office/drawing/2014/main" id="{2F06261D-6668-4CE2-AA81-E630973CE647}"/>
              </a:ext>
            </a:extLst>
          </p:cNvPr>
          <p:cNvSpPr txBox="1"/>
          <p:nvPr/>
        </p:nvSpPr>
        <p:spPr>
          <a:xfrm>
            <a:off x="1424939" y="5029200"/>
            <a:ext cx="6294119" cy="738664"/>
          </a:xfrm>
          <a:prstGeom prst="rect">
            <a:avLst/>
          </a:prstGeom>
          <a:noFill/>
        </p:spPr>
        <p:txBody>
          <a:bodyPr wrap="square" rtlCol="0">
            <a:spAutoFit/>
          </a:bodyPr>
          <a:lstStyle/>
          <a:p>
            <a:pPr algn="just"/>
            <a:r>
              <a:rPr lang="en-US" sz="1400" dirty="0"/>
              <a:t>It is evident that wind speed is the most prominent factor for the power generated (correlation coefficient is 0.86). We can also interpret that the higher the pressure lower the power generated.</a:t>
            </a:r>
          </a:p>
        </p:txBody>
      </p:sp>
    </p:spTree>
    <p:extLst>
      <p:ext uri="{BB962C8B-B14F-4D97-AF65-F5344CB8AC3E}">
        <p14:creationId xmlns:p14="http://schemas.microsoft.com/office/powerpoint/2010/main" val="2750945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E899021-227B-4CCF-8F85-2145FAA84CDA}"/>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8CA8A9CC-8CF3-4D54-8B83-015A484CF05E}"/>
              </a:ext>
            </a:extLst>
          </p:cNvPr>
          <p:cNvSpPr>
            <a:spLocks noGrp="1"/>
          </p:cNvSpPr>
          <p:nvPr>
            <p:ph type="dt" sz="half" idx="2"/>
          </p:nvPr>
        </p:nvSpPr>
        <p:spPr/>
        <p:txBody>
          <a:bodyPr/>
          <a:lstStyle/>
          <a:p>
            <a:pPr>
              <a:defRPr/>
            </a:pPr>
            <a:endParaRPr lang="en-US" altLang="en-US" dirty="0"/>
          </a:p>
          <a:p>
            <a:pPr>
              <a:defRPr/>
            </a:pPr>
            <a:r>
              <a:rPr lang="en-US" altLang="en-US" dirty="0"/>
              <a:t>Date: 4-25-2022</a:t>
            </a:r>
          </a:p>
          <a:p>
            <a:pPr>
              <a:defRPr/>
            </a:pPr>
            <a:endParaRPr lang="en-US" altLang="en-US" dirty="0"/>
          </a:p>
        </p:txBody>
      </p:sp>
      <p:sp>
        <p:nvSpPr>
          <p:cNvPr id="6" name="Slide Number Placeholder 5">
            <a:extLst>
              <a:ext uri="{FF2B5EF4-FFF2-40B4-BE49-F238E27FC236}">
                <a16:creationId xmlns:a16="http://schemas.microsoft.com/office/drawing/2014/main" id="{9F82894B-D660-4D90-985D-CF2E3EE79921}"/>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14</a:t>
            </a:fld>
            <a:endParaRPr lang="en-US" altLang="en-US" dirty="0"/>
          </a:p>
        </p:txBody>
      </p:sp>
      <p:pic>
        <p:nvPicPr>
          <p:cNvPr id="11" name="Content Placeholder 10" descr="Polygon&#10;&#10;Description automatically generated with medium confidence">
            <a:extLst>
              <a:ext uri="{FF2B5EF4-FFF2-40B4-BE49-F238E27FC236}">
                <a16:creationId xmlns:a16="http://schemas.microsoft.com/office/drawing/2014/main" id="{CFF84EF2-4C56-4BB9-81C1-9791D798683A}"/>
              </a:ext>
            </a:extLst>
          </p:cNvPr>
          <p:cNvPicPr>
            <a:picLocks noGrp="1" noChangeAspect="1"/>
          </p:cNvPicPr>
          <p:nvPr>
            <p:ph idx="1"/>
          </p:nvPr>
        </p:nvPicPr>
        <p:blipFill>
          <a:blip r:embed="rId2"/>
          <a:stretch>
            <a:fillRect/>
          </a:stretch>
        </p:blipFill>
        <p:spPr>
          <a:xfrm>
            <a:off x="457200" y="914400"/>
            <a:ext cx="3085580" cy="5168348"/>
          </a:xfrm>
        </p:spPr>
      </p:pic>
      <p:sp>
        <p:nvSpPr>
          <p:cNvPr id="12" name="TextBox 11">
            <a:extLst>
              <a:ext uri="{FF2B5EF4-FFF2-40B4-BE49-F238E27FC236}">
                <a16:creationId xmlns:a16="http://schemas.microsoft.com/office/drawing/2014/main" id="{B640DADA-D76D-40B0-9683-CB3ED7A33151}"/>
              </a:ext>
            </a:extLst>
          </p:cNvPr>
          <p:cNvSpPr txBox="1"/>
          <p:nvPr/>
        </p:nvSpPr>
        <p:spPr>
          <a:xfrm>
            <a:off x="3886200" y="990600"/>
            <a:ext cx="5029200" cy="3539430"/>
          </a:xfrm>
          <a:prstGeom prst="rect">
            <a:avLst/>
          </a:prstGeom>
          <a:noFill/>
        </p:spPr>
        <p:txBody>
          <a:bodyPr wrap="square" rtlCol="0">
            <a:spAutoFit/>
          </a:bodyPr>
          <a:lstStyle/>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r>
              <a:rPr lang="en-US" sz="1400" dirty="0"/>
              <a:t>For the years 2009,2013,2014,2019, the gradient was comparatively higher indicating that with a small increase in wind speed there was a larger increase in the power generated.</a:t>
            </a:r>
          </a:p>
          <a:p>
            <a:r>
              <a:rPr lang="en-US" sz="1400" dirty="0"/>
              <a:t> </a:t>
            </a:r>
          </a:p>
          <a:p>
            <a:endParaRPr lang="en-US" sz="1400" dirty="0"/>
          </a:p>
          <a:p>
            <a:endParaRPr lang="en-US" sz="1400" dirty="0"/>
          </a:p>
          <a:p>
            <a:endParaRPr lang="en-US" sz="1400" dirty="0"/>
          </a:p>
        </p:txBody>
      </p:sp>
    </p:spTree>
    <p:extLst>
      <p:ext uri="{BB962C8B-B14F-4D97-AF65-F5344CB8AC3E}">
        <p14:creationId xmlns:p14="http://schemas.microsoft.com/office/powerpoint/2010/main" val="4048470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FFA18E3-1879-47C6-841C-AFEF67737848}"/>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FCA2C313-5B85-44CB-889B-5CD4ED00B3C7}"/>
              </a:ext>
            </a:extLst>
          </p:cNvPr>
          <p:cNvSpPr>
            <a:spLocks noGrp="1"/>
          </p:cNvSpPr>
          <p:nvPr>
            <p:ph type="dt" sz="half" idx="2"/>
          </p:nvPr>
        </p:nvSpPr>
        <p:spPr/>
        <p:txBody>
          <a:bodyPr/>
          <a:lstStyle/>
          <a:p>
            <a:pPr>
              <a:defRPr/>
            </a:pPr>
            <a:endParaRPr lang="en-US" altLang="en-US" dirty="0"/>
          </a:p>
          <a:p>
            <a:pPr>
              <a:defRPr/>
            </a:pPr>
            <a:r>
              <a:rPr lang="en-US" altLang="en-US" dirty="0"/>
              <a:t>Date: 4-25-2022</a:t>
            </a:r>
          </a:p>
          <a:p>
            <a:pPr>
              <a:defRPr/>
            </a:pPr>
            <a:endParaRPr lang="en-US" altLang="en-US" dirty="0"/>
          </a:p>
        </p:txBody>
      </p:sp>
      <p:sp>
        <p:nvSpPr>
          <p:cNvPr id="6" name="Slide Number Placeholder 5">
            <a:extLst>
              <a:ext uri="{FF2B5EF4-FFF2-40B4-BE49-F238E27FC236}">
                <a16:creationId xmlns:a16="http://schemas.microsoft.com/office/drawing/2014/main" id="{87CEC4CA-773D-4F0A-88AC-48595FFBC146}"/>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15</a:t>
            </a:fld>
            <a:endParaRPr lang="en-US" altLang="en-US" dirty="0"/>
          </a:p>
        </p:txBody>
      </p:sp>
      <p:sp>
        <p:nvSpPr>
          <p:cNvPr id="12" name="TextBox 11">
            <a:extLst>
              <a:ext uri="{FF2B5EF4-FFF2-40B4-BE49-F238E27FC236}">
                <a16:creationId xmlns:a16="http://schemas.microsoft.com/office/drawing/2014/main" id="{A5E0EFC9-32CE-456A-8960-87C0ACB1AD25}"/>
              </a:ext>
            </a:extLst>
          </p:cNvPr>
          <p:cNvSpPr txBox="1"/>
          <p:nvPr/>
        </p:nvSpPr>
        <p:spPr>
          <a:xfrm>
            <a:off x="533400" y="4800600"/>
            <a:ext cx="8077200" cy="1600438"/>
          </a:xfrm>
          <a:prstGeom prst="rect">
            <a:avLst/>
          </a:prstGeom>
          <a:noFill/>
        </p:spPr>
        <p:txBody>
          <a:bodyPr wrap="square" rtlCol="0">
            <a:spAutoFit/>
          </a:bodyPr>
          <a:lstStyle/>
          <a:p>
            <a:pPr marL="285750" indent="-285750" algn="just">
              <a:buFont typeface="Arial" panose="020B0604020202020204" pitchFamily="34" charset="0"/>
              <a:buChar char="•"/>
            </a:pPr>
            <a:r>
              <a:rPr lang="en-US" sz="1400" dirty="0"/>
              <a:t>We can observe that there is an increasing trend in the time-series data after the year 2018.</a:t>
            </a:r>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r>
              <a:rPr lang="en-US" sz="1400" dirty="0"/>
              <a:t>There is a peak observed in the power generated in the mid of every year, indicating the seasonality.</a:t>
            </a:r>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r>
              <a:rPr lang="en-US" sz="1400" dirty="0"/>
              <a:t>The small Magnitude of the residuals indicates decomposition is done well.</a:t>
            </a:r>
          </a:p>
          <a:p>
            <a:pPr algn="ctr"/>
            <a:endParaRPr lang="en-US" sz="1400" dirty="0"/>
          </a:p>
        </p:txBody>
      </p:sp>
      <p:pic>
        <p:nvPicPr>
          <p:cNvPr id="7" name="Content Placeholder 6" descr="Graphical user interface&#10;&#10;Description automatically generated">
            <a:extLst>
              <a:ext uri="{FF2B5EF4-FFF2-40B4-BE49-F238E27FC236}">
                <a16:creationId xmlns:a16="http://schemas.microsoft.com/office/drawing/2014/main" id="{F8245E5E-5717-4089-902A-07A79680A160}"/>
              </a:ext>
            </a:extLst>
          </p:cNvPr>
          <p:cNvPicPr>
            <a:picLocks noGrp="1" noChangeAspect="1"/>
          </p:cNvPicPr>
          <p:nvPr>
            <p:ph idx="1"/>
          </p:nvPr>
        </p:nvPicPr>
        <p:blipFill>
          <a:blip r:embed="rId2"/>
          <a:stretch>
            <a:fillRect/>
          </a:stretch>
        </p:blipFill>
        <p:spPr>
          <a:xfrm>
            <a:off x="1690923" y="685800"/>
            <a:ext cx="5762154" cy="3923169"/>
          </a:xfrm>
        </p:spPr>
      </p:pic>
    </p:spTree>
    <p:extLst>
      <p:ext uri="{BB962C8B-B14F-4D97-AF65-F5344CB8AC3E}">
        <p14:creationId xmlns:p14="http://schemas.microsoft.com/office/powerpoint/2010/main" val="3640953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512687-56CA-4F23-B97B-53724B4B17EC}"/>
              </a:ext>
            </a:extLst>
          </p:cNvPr>
          <p:cNvSpPr>
            <a:spLocks noGrp="1"/>
          </p:cNvSpPr>
          <p:nvPr>
            <p:ph idx="1"/>
          </p:nvPr>
        </p:nvSpPr>
        <p:spPr>
          <a:xfrm>
            <a:off x="457200" y="762000"/>
            <a:ext cx="8229600" cy="4525963"/>
          </a:xfrm>
        </p:spPr>
        <p:txBody>
          <a:bodyPr/>
          <a:lstStyle/>
          <a:p>
            <a:pPr marL="0" indent="0">
              <a:buNone/>
            </a:pPr>
            <a:r>
              <a:rPr lang="en-US" dirty="0"/>
              <a:t>Stationarity check</a:t>
            </a:r>
          </a:p>
          <a:p>
            <a:pPr marL="0" indent="0">
              <a:buNone/>
            </a:pPr>
            <a:endParaRPr lang="en-US" dirty="0"/>
          </a:p>
          <a:p>
            <a:pPr marL="0" indent="0">
              <a:buNone/>
            </a:pPr>
            <a:endParaRPr lang="en-US" sz="1200" dirty="0"/>
          </a:p>
        </p:txBody>
      </p:sp>
      <p:sp>
        <p:nvSpPr>
          <p:cNvPr id="4" name="Footer Placeholder 3">
            <a:extLst>
              <a:ext uri="{FF2B5EF4-FFF2-40B4-BE49-F238E27FC236}">
                <a16:creationId xmlns:a16="http://schemas.microsoft.com/office/drawing/2014/main" id="{3A4B1D85-21AC-464B-A69F-630040959FB3}"/>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6B2B22C3-D74E-467F-87B5-78E59B6D075A}"/>
              </a:ext>
            </a:extLst>
          </p:cNvPr>
          <p:cNvSpPr>
            <a:spLocks noGrp="1"/>
          </p:cNvSpPr>
          <p:nvPr>
            <p:ph type="dt" sz="half" idx="2"/>
          </p:nvPr>
        </p:nvSpPr>
        <p:spPr/>
        <p:txBody>
          <a:bodyPr/>
          <a:lstStyle/>
          <a:p>
            <a:pPr>
              <a:defRPr/>
            </a:pPr>
            <a:endParaRPr lang="en-US" altLang="en-US" dirty="0"/>
          </a:p>
          <a:p>
            <a:pPr>
              <a:defRPr/>
            </a:pPr>
            <a:r>
              <a:rPr lang="en-US" altLang="en-US" dirty="0"/>
              <a:t>Date: 4-25-2022</a:t>
            </a:r>
          </a:p>
          <a:p>
            <a:pPr>
              <a:defRPr/>
            </a:pPr>
            <a:endParaRPr lang="en-US" altLang="en-US" dirty="0"/>
          </a:p>
        </p:txBody>
      </p:sp>
      <p:sp>
        <p:nvSpPr>
          <p:cNvPr id="6" name="Slide Number Placeholder 5">
            <a:extLst>
              <a:ext uri="{FF2B5EF4-FFF2-40B4-BE49-F238E27FC236}">
                <a16:creationId xmlns:a16="http://schemas.microsoft.com/office/drawing/2014/main" id="{B043A794-D303-4BCE-B5B5-7E76E7619699}"/>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16</a:t>
            </a:fld>
            <a:endParaRPr lang="en-US" altLang="en-US" dirty="0"/>
          </a:p>
        </p:txBody>
      </p:sp>
      <p:pic>
        <p:nvPicPr>
          <p:cNvPr id="8" name="Picture 7" descr="Chart, line chart&#10;&#10;Description automatically generated">
            <a:extLst>
              <a:ext uri="{FF2B5EF4-FFF2-40B4-BE49-F238E27FC236}">
                <a16:creationId xmlns:a16="http://schemas.microsoft.com/office/drawing/2014/main" id="{7F10E520-2AB7-4BE8-BCFE-3C5881C2FF24}"/>
              </a:ext>
            </a:extLst>
          </p:cNvPr>
          <p:cNvPicPr>
            <a:picLocks noChangeAspect="1"/>
          </p:cNvPicPr>
          <p:nvPr/>
        </p:nvPicPr>
        <p:blipFill>
          <a:blip r:embed="rId2"/>
          <a:stretch>
            <a:fillRect/>
          </a:stretch>
        </p:blipFill>
        <p:spPr>
          <a:xfrm>
            <a:off x="228600" y="1447800"/>
            <a:ext cx="8458200" cy="2589919"/>
          </a:xfrm>
          <a:prstGeom prst="rect">
            <a:avLst/>
          </a:prstGeom>
        </p:spPr>
      </p:pic>
      <p:sp>
        <p:nvSpPr>
          <p:cNvPr id="10" name="TextBox 9">
            <a:extLst>
              <a:ext uri="{FF2B5EF4-FFF2-40B4-BE49-F238E27FC236}">
                <a16:creationId xmlns:a16="http://schemas.microsoft.com/office/drawing/2014/main" id="{A7F65627-9B84-42E3-8866-6960D582F194}"/>
              </a:ext>
            </a:extLst>
          </p:cNvPr>
          <p:cNvSpPr txBox="1"/>
          <p:nvPr/>
        </p:nvSpPr>
        <p:spPr>
          <a:xfrm>
            <a:off x="457200" y="4118208"/>
            <a:ext cx="8001000" cy="307777"/>
          </a:xfrm>
          <a:prstGeom prst="rect">
            <a:avLst/>
          </a:prstGeom>
          <a:noFill/>
        </p:spPr>
        <p:txBody>
          <a:bodyPr wrap="square" rtlCol="0">
            <a:spAutoFit/>
          </a:bodyPr>
          <a:lstStyle/>
          <a:p>
            <a:r>
              <a:rPr lang="en-US" sz="1400" dirty="0"/>
              <a:t>The plot depicts the stationary power generated after differencing.</a:t>
            </a:r>
          </a:p>
        </p:txBody>
      </p:sp>
    </p:spTree>
    <p:extLst>
      <p:ext uri="{BB962C8B-B14F-4D97-AF65-F5344CB8AC3E}">
        <p14:creationId xmlns:p14="http://schemas.microsoft.com/office/powerpoint/2010/main" val="3294069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570F17-7C10-4421-95EF-FEB63A3997B0}"/>
              </a:ext>
            </a:extLst>
          </p:cNvPr>
          <p:cNvSpPr>
            <a:spLocks noGrp="1"/>
          </p:cNvSpPr>
          <p:nvPr>
            <p:ph idx="1"/>
          </p:nvPr>
        </p:nvSpPr>
        <p:spPr>
          <a:xfrm>
            <a:off x="457200" y="762000"/>
            <a:ext cx="8229600" cy="4525963"/>
          </a:xfrm>
        </p:spPr>
        <p:txBody>
          <a:bodyPr/>
          <a:lstStyle/>
          <a:p>
            <a:r>
              <a:rPr lang="en-US" dirty="0"/>
              <a:t>Partial Autocorrelation and Autocorrelation</a:t>
            </a:r>
          </a:p>
          <a:p>
            <a:endParaRPr lang="en-US" dirty="0"/>
          </a:p>
          <a:p>
            <a:pPr marL="0" indent="0">
              <a:buNone/>
            </a:pPr>
            <a:endParaRPr lang="en-US" dirty="0"/>
          </a:p>
        </p:txBody>
      </p:sp>
      <p:sp>
        <p:nvSpPr>
          <p:cNvPr id="4" name="Footer Placeholder 3">
            <a:extLst>
              <a:ext uri="{FF2B5EF4-FFF2-40B4-BE49-F238E27FC236}">
                <a16:creationId xmlns:a16="http://schemas.microsoft.com/office/drawing/2014/main" id="{5719E56E-3EDA-43CA-A786-01D1FE15E3E8}"/>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976A890C-C707-48FF-A5DC-4B5FA892ECE3}"/>
              </a:ext>
            </a:extLst>
          </p:cNvPr>
          <p:cNvSpPr>
            <a:spLocks noGrp="1"/>
          </p:cNvSpPr>
          <p:nvPr>
            <p:ph type="dt" sz="half" idx="2"/>
          </p:nvPr>
        </p:nvSpPr>
        <p:spPr/>
        <p:txBody>
          <a:bodyPr/>
          <a:lstStyle/>
          <a:p>
            <a:pPr>
              <a:defRPr/>
            </a:pPr>
            <a:endParaRPr lang="en-US" altLang="en-US" dirty="0"/>
          </a:p>
          <a:p>
            <a:pPr>
              <a:defRPr/>
            </a:pPr>
            <a:r>
              <a:rPr lang="en-US" altLang="en-US" dirty="0"/>
              <a:t>Date: 4-25-2022</a:t>
            </a:r>
          </a:p>
          <a:p>
            <a:pPr>
              <a:defRPr/>
            </a:pPr>
            <a:endParaRPr lang="en-US" altLang="en-US" dirty="0"/>
          </a:p>
        </p:txBody>
      </p:sp>
      <p:sp>
        <p:nvSpPr>
          <p:cNvPr id="6" name="Slide Number Placeholder 5">
            <a:extLst>
              <a:ext uri="{FF2B5EF4-FFF2-40B4-BE49-F238E27FC236}">
                <a16:creationId xmlns:a16="http://schemas.microsoft.com/office/drawing/2014/main" id="{77C2D1F9-4BE9-421A-8E09-CFEC641BDAB3}"/>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17</a:t>
            </a:fld>
            <a:endParaRPr lang="en-US" altLang="en-US" dirty="0"/>
          </a:p>
        </p:txBody>
      </p:sp>
      <p:pic>
        <p:nvPicPr>
          <p:cNvPr id="8" name="Picture 7" descr="A picture containing chart&#10;&#10;Description automatically generated">
            <a:extLst>
              <a:ext uri="{FF2B5EF4-FFF2-40B4-BE49-F238E27FC236}">
                <a16:creationId xmlns:a16="http://schemas.microsoft.com/office/drawing/2014/main" id="{DAB19492-05B6-40B3-88B0-3E667878E559}"/>
              </a:ext>
            </a:extLst>
          </p:cNvPr>
          <p:cNvPicPr>
            <a:picLocks noChangeAspect="1"/>
          </p:cNvPicPr>
          <p:nvPr/>
        </p:nvPicPr>
        <p:blipFill>
          <a:blip r:embed="rId2"/>
          <a:stretch>
            <a:fillRect/>
          </a:stretch>
        </p:blipFill>
        <p:spPr>
          <a:xfrm>
            <a:off x="1079651" y="1575724"/>
            <a:ext cx="3022298" cy="2099702"/>
          </a:xfrm>
          <a:prstGeom prst="rect">
            <a:avLst/>
          </a:prstGeom>
        </p:spPr>
      </p:pic>
      <p:pic>
        <p:nvPicPr>
          <p:cNvPr id="10" name="Picture 9" descr="A picture containing chart&#10;&#10;Description automatically generated">
            <a:extLst>
              <a:ext uri="{FF2B5EF4-FFF2-40B4-BE49-F238E27FC236}">
                <a16:creationId xmlns:a16="http://schemas.microsoft.com/office/drawing/2014/main" id="{82EB2191-97C2-42A0-A9D2-68C3E4B02B0E}"/>
              </a:ext>
            </a:extLst>
          </p:cNvPr>
          <p:cNvPicPr>
            <a:picLocks noChangeAspect="1"/>
          </p:cNvPicPr>
          <p:nvPr/>
        </p:nvPicPr>
        <p:blipFill>
          <a:blip r:embed="rId3"/>
          <a:stretch>
            <a:fillRect/>
          </a:stretch>
        </p:blipFill>
        <p:spPr>
          <a:xfrm>
            <a:off x="4101949" y="1553685"/>
            <a:ext cx="3111347" cy="2161567"/>
          </a:xfrm>
          <a:prstGeom prst="rect">
            <a:avLst/>
          </a:prstGeom>
        </p:spPr>
      </p:pic>
      <p:sp>
        <p:nvSpPr>
          <p:cNvPr id="11" name="TextBox 10">
            <a:extLst>
              <a:ext uri="{FF2B5EF4-FFF2-40B4-BE49-F238E27FC236}">
                <a16:creationId xmlns:a16="http://schemas.microsoft.com/office/drawing/2014/main" id="{87FB122B-53B0-4671-916A-220E33EB3FF5}"/>
              </a:ext>
            </a:extLst>
          </p:cNvPr>
          <p:cNvSpPr txBox="1"/>
          <p:nvPr/>
        </p:nvSpPr>
        <p:spPr>
          <a:xfrm flipH="1">
            <a:off x="1188719" y="3886200"/>
            <a:ext cx="6659881" cy="2031325"/>
          </a:xfrm>
          <a:prstGeom prst="rect">
            <a:avLst/>
          </a:prstGeom>
          <a:noFill/>
        </p:spPr>
        <p:txBody>
          <a:bodyPr wrap="square" rtlCol="0">
            <a:spAutoFit/>
          </a:bodyPr>
          <a:lstStyle/>
          <a:p>
            <a:pPr algn="just"/>
            <a:r>
              <a:rPr lang="en-US" sz="1400" dirty="0"/>
              <a:t>The inputs of the SARIMAX model: The SARIMAX has 7 inputs – Order of seasonal component SO(P, D, Q, m) and Order of nonseasonal component (p, d, q). </a:t>
            </a:r>
          </a:p>
          <a:p>
            <a:pPr algn="just"/>
            <a:endParaRPr lang="en-US" sz="1400" dirty="0"/>
          </a:p>
          <a:p>
            <a:pPr algn="just"/>
            <a:r>
              <a:rPr lang="en-US" sz="1400" dirty="0"/>
              <a:t>The p = number of lag terms is found using a partial autocorrelation plot, d= number of times the differencing is carried out (integration factor), and q = moving average lag is found using an Autocorrelation plot, m = exogeneous variable.</a:t>
            </a:r>
          </a:p>
          <a:p>
            <a:pPr algn="just"/>
            <a:endParaRPr lang="en-US" sz="1400" dirty="0"/>
          </a:p>
          <a:p>
            <a:pPr algn="just"/>
            <a:endParaRPr lang="en-US" sz="1400" dirty="0"/>
          </a:p>
        </p:txBody>
      </p:sp>
    </p:spTree>
    <p:extLst>
      <p:ext uri="{BB962C8B-B14F-4D97-AF65-F5344CB8AC3E}">
        <p14:creationId xmlns:p14="http://schemas.microsoft.com/office/powerpoint/2010/main" val="1837906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C47C8C-9EB8-4C6D-8379-4074462B67E9}"/>
              </a:ext>
            </a:extLst>
          </p:cNvPr>
          <p:cNvSpPr>
            <a:spLocks noGrp="1"/>
          </p:cNvSpPr>
          <p:nvPr>
            <p:ph idx="1"/>
          </p:nvPr>
        </p:nvSpPr>
        <p:spPr>
          <a:xfrm>
            <a:off x="381000" y="762000"/>
            <a:ext cx="8229600" cy="4525963"/>
          </a:xfrm>
        </p:spPr>
        <p:txBody>
          <a:bodyPr/>
          <a:lstStyle/>
          <a:p>
            <a:pPr marL="0" indent="0">
              <a:buNone/>
            </a:pPr>
            <a:r>
              <a:rPr lang="en-US" dirty="0"/>
              <a:t>Power Forecast</a:t>
            </a:r>
          </a:p>
          <a:p>
            <a:pPr marL="0" indent="0">
              <a:buNone/>
            </a:pPr>
            <a:endParaRPr lang="en-US" dirty="0"/>
          </a:p>
        </p:txBody>
      </p:sp>
      <p:sp>
        <p:nvSpPr>
          <p:cNvPr id="4" name="Footer Placeholder 3">
            <a:extLst>
              <a:ext uri="{FF2B5EF4-FFF2-40B4-BE49-F238E27FC236}">
                <a16:creationId xmlns:a16="http://schemas.microsoft.com/office/drawing/2014/main" id="{16A57B31-9BCD-4951-8D3D-D0324572D32D}"/>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B792ECBF-E83C-4488-B1AC-81CDF93D0B0E}"/>
              </a:ext>
            </a:extLst>
          </p:cNvPr>
          <p:cNvSpPr>
            <a:spLocks noGrp="1"/>
          </p:cNvSpPr>
          <p:nvPr>
            <p:ph type="dt" sz="half" idx="2"/>
          </p:nvPr>
        </p:nvSpPr>
        <p:spPr/>
        <p:txBody>
          <a:bodyPr/>
          <a:lstStyle/>
          <a:p>
            <a:pPr>
              <a:defRPr/>
            </a:pPr>
            <a:endParaRPr lang="en-US" altLang="en-US" dirty="0"/>
          </a:p>
          <a:p>
            <a:pPr>
              <a:defRPr/>
            </a:pPr>
            <a:r>
              <a:rPr lang="en-US" altLang="en-US" dirty="0"/>
              <a:t>Date: 4-25-2022</a:t>
            </a:r>
          </a:p>
          <a:p>
            <a:pPr>
              <a:defRPr/>
            </a:pPr>
            <a:endParaRPr lang="en-US" altLang="en-US" dirty="0"/>
          </a:p>
        </p:txBody>
      </p:sp>
      <p:sp>
        <p:nvSpPr>
          <p:cNvPr id="6" name="Slide Number Placeholder 5">
            <a:extLst>
              <a:ext uri="{FF2B5EF4-FFF2-40B4-BE49-F238E27FC236}">
                <a16:creationId xmlns:a16="http://schemas.microsoft.com/office/drawing/2014/main" id="{85EF7E23-FF06-4E35-9A8A-CB0E3EE57555}"/>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18</a:t>
            </a:fld>
            <a:endParaRPr lang="en-US" altLang="en-US" dirty="0"/>
          </a:p>
        </p:txBody>
      </p:sp>
      <p:pic>
        <p:nvPicPr>
          <p:cNvPr id="8" name="Picture 7" descr="A picture containing chart&#10;&#10;Description automatically generated">
            <a:extLst>
              <a:ext uri="{FF2B5EF4-FFF2-40B4-BE49-F238E27FC236}">
                <a16:creationId xmlns:a16="http://schemas.microsoft.com/office/drawing/2014/main" id="{D97C85A7-A854-4997-908A-21D1419829E5}"/>
              </a:ext>
            </a:extLst>
          </p:cNvPr>
          <p:cNvPicPr>
            <a:picLocks noChangeAspect="1"/>
          </p:cNvPicPr>
          <p:nvPr/>
        </p:nvPicPr>
        <p:blipFill>
          <a:blip r:embed="rId2"/>
          <a:stretch>
            <a:fillRect/>
          </a:stretch>
        </p:blipFill>
        <p:spPr>
          <a:xfrm>
            <a:off x="419100" y="1295400"/>
            <a:ext cx="8153400" cy="2452596"/>
          </a:xfrm>
          <a:prstGeom prst="rect">
            <a:avLst/>
          </a:prstGeom>
        </p:spPr>
      </p:pic>
      <p:sp>
        <p:nvSpPr>
          <p:cNvPr id="10" name="TextBox 9">
            <a:extLst>
              <a:ext uri="{FF2B5EF4-FFF2-40B4-BE49-F238E27FC236}">
                <a16:creationId xmlns:a16="http://schemas.microsoft.com/office/drawing/2014/main" id="{52A6CA20-63F6-4733-8AB3-2EE48C36CC0A}"/>
              </a:ext>
            </a:extLst>
          </p:cNvPr>
          <p:cNvSpPr txBox="1"/>
          <p:nvPr/>
        </p:nvSpPr>
        <p:spPr>
          <a:xfrm>
            <a:off x="419100" y="3820524"/>
            <a:ext cx="7810500"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a:t>The mean power forecast for 2021 to 2024</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The RMSE and R-square values of the SARIMAX model are 102.10 and 0.9</a:t>
            </a:r>
          </a:p>
        </p:txBody>
      </p:sp>
    </p:spTree>
    <p:extLst>
      <p:ext uri="{BB962C8B-B14F-4D97-AF65-F5344CB8AC3E}">
        <p14:creationId xmlns:p14="http://schemas.microsoft.com/office/powerpoint/2010/main" val="3339991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BE395CE-EBF6-F248-B188-2C092037A9B6}"/>
              </a:ext>
            </a:extLst>
          </p:cNvPr>
          <p:cNvSpPr>
            <a:spLocks noGrp="1"/>
          </p:cNvSpPr>
          <p:nvPr>
            <p:ph idx="1"/>
          </p:nvPr>
        </p:nvSpPr>
        <p:spPr/>
        <p:txBody>
          <a:bodyPr/>
          <a:lstStyle/>
          <a:p>
            <a:endParaRPr lang="en-US" sz="2200" dirty="0"/>
          </a:p>
          <a:p>
            <a:pPr marL="0" indent="0" algn="ctr">
              <a:spcBef>
                <a:spcPct val="0"/>
              </a:spcBef>
              <a:buNone/>
            </a:pPr>
            <a:endParaRPr lang="en-US" sz="3600" dirty="0">
              <a:solidFill>
                <a:srgbClr val="C12030"/>
              </a:solidFill>
            </a:endParaRPr>
          </a:p>
          <a:p>
            <a:pPr marL="0" indent="0" algn="ctr">
              <a:spcBef>
                <a:spcPct val="0"/>
              </a:spcBef>
              <a:buNone/>
            </a:pPr>
            <a:endParaRPr lang="en-US" sz="3600" dirty="0">
              <a:solidFill>
                <a:srgbClr val="C12030"/>
              </a:solidFill>
            </a:endParaRPr>
          </a:p>
          <a:p>
            <a:pPr marL="0" indent="0" algn="ctr">
              <a:spcBef>
                <a:spcPct val="0"/>
              </a:spcBef>
              <a:buNone/>
            </a:pPr>
            <a:r>
              <a:rPr lang="en-US" sz="3600" dirty="0">
                <a:solidFill>
                  <a:srgbClr val="C12030"/>
                </a:solidFill>
              </a:rPr>
              <a:t>AI/ML Modeling</a:t>
            </a:r>
          </a:p>
          <a:p>
            <a:endParaRPr lang="en-US" sz="2200" dirty="0"/>
          </a:p>
        </p:txBody>
      </p:sp>
      <p:sp>
        <p:nvSpPr>
          <p:cNvPr id="12" name="Slide Number Placeholder 5">
            <a:extLst>
              <a:ext uri="{FF2B5EF4-FFF2-40B4-BE49-F238E27FC236}">
                <a16:creationId xmlns:a16="http://schemas.microsoft.com/office/drawing/2014/main" id="{6A9F3E0E-0CAB-4E3C-9302-5E89FA1A4227}"/>
              </a:ext>
            </a:extLst>
          </p:cNvPr>
          <p:cNvSpPr txBox="1">
            <a:spLocks/>
          </p:cNvSpPr>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defTabSz="457200" rtl="0" eaLnBrk="1" fontAlgn="base" hangingPunct="1">
              <a:spcBef>
                <a:spcPct val="0"/>
              </a:spcBef>
              <a:spcAft>
                <a:spcPct val="0"/>
              </a:spcAft>
              <a:defRPr sz="1200" kern="1200">
                <a:solidFill>
                  <a:srgbClr val="898989"/>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a:t>Slide </a:t>
            </a:r>
            <a:fld id="{80BD4714-7CAF-EA4C-9EEE-FDA878EBA70E}" type="slidenum">
              <a:rPr lang="en-US" altLang="en-US" smtClean="0"/>
              <a:pPr>
                <a:defRPr/>
              </a:pPr>
              <a:t>19</a:t>
            </a:fld>
            <a:endParaRPr lang="en-US" altLang="en-US" dirty="0"/>
          </a:p>
        </p:txBody>
      </p:sp>
      <p:sp>
        <p:nvSpPr>
          <p:cNvPr id="13" name="Footer Placeholder 4">
            <a:extLst>
              <a:ext uri="{FF2B5EF4-FFF2-40B4-BE49-F238E27FC236}">
                <a16:creationId xmlns:a16="http://schemas.microsoft.com/office/drawing/2014/main" id="{21694DEC-E5E6-4D14-A259-204DB09D1CDD}"/>
              </a:ext>
            </a:extLst>
          </p:cNvPr>
          <p:cNvSpPr>
            <a:spLocks noGrp="1"/>
          </p:cNvSpPr>
          <p:nvPr>
            <p:ph type="ftr" sz="quarter" idx="11"/>
          </p:nvPr>
        </p:nvSpPr>
        <p:spPr>
          <a:xfrm>
            <a:off x="3124200" y="6356350"/>
            <a:ext cx="2895600" cy="365125"/>
          </a:xfrm>
        </p:spPr>
        <p:txBody>
          <a:bodyPr/>
          <a:lstStyle/>
          <a:p>
            <a:pPr>
              <a:defRPr/>
            </a:pPr>
            <a:r>
              <a:rPr lang="en-US" dirty="0"/>
              <a:t>ENSYS 5800: A.I. in Energy Systems</a:t>
            </a:r>
          </a:p>
        </p:txBody>
      </p:sp>
      <p:sp>
        <p:nvSpPr>
          <p:cNvPr id="7" name="Date Placeholder 3">
            <a:extLst>
              <a:ext uri="{FF2B5EF4-FFF2-40B4-BE49-F238E27FC236}">
                <a16:creationId xmlns:a16="http://schemas.microsoft.com/office/drawing/2014/main" id="{B54A5600-A380-4E8A-95FC-C6FD82B2611B}"/>
              </a:ext>
            </a:extLst>
          </p:cNvPr>
          <p:cNvSpPr txBox="1">
            <a:spLocks/>
          </p:cNvSpPr>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defTabSz="457200" rtl="0" eaLnBrk="1" fontAlgn="base" hangingPunct="1">
              <a:spcBef>
                <a:spcPct val="0"/>
              </a:spcBef>
              <a:spcAft>
                <a:spcPct val="0"/>
              </a:spcAft>
              <a:defRPr sz="1200" kern="1200">
                <a:solidFill>
                  <a:srgbClr val="898989"/>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a:defRPr/>
            </a:pPr>
            <a:endParaRPr lang="en-US" altLang="en-US" dirty="0"/>
          </a:p>
          <a:p>
            <a:pPr>
              <a:defRPr/>
            </a:pPr>
            <a:r>
              <a:rPr lang="en-US" altLang="en-US" dirty="0"/>
              <a:t>Date: 4-25-2022</a:t>
            </a:r>
          </a:p>
          <a:p>
            <a:pPr>
              <a:defRPr/>
            </a:pPr>
            <a:endParaRPr lang="en-US" altLang="en-US" dirty="0"/>
          </a:p>
        </p:txBody>
      </p:sp>
    </p:spTree>
    <p:extLst>
      <p:ext uri="{BB962C8B-B14F-4D97-AF65-F5344CB8AC3E}">
        <p14:creationId xmlns:p14="http://schemas.microsoft.com/office/powerpoint/2010/main" val="1516269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772156-CE15-4629-B4DA-418BA9853006}"/>
              </a:ext>
            </a:extLst>
          </p:cNvPr>
          <p:cNvSpPr>
            <a:spLocks noGrp="1"/>
          </p:cNvSpPr>
          <p:nvPr>
            <p:ph idx="1"/>
          </p:nvPr>
        </p:nvSpPr>
        <p:spPr>
          <a:xfrm>
            <a:off x="457200" y="762000"/>
            <a:ext cx="8229600" cy="4525963"/>
          </a:xfrm>
        </p:spPr>
        <p:txBody>
          <a:bodyPr/>
          <a:lstStyle/>
          <a:p>
            <a:pPr marL="0" indent="0">
              <a:buNone/>
            </a:pPr>
            <a:r>
              <a:rPr lang="en-US" dirty="0"/>
              <a:t>Elbow Method</a:t>
            </a:r>
          </a:p>
          <a:p>
            <a:pPr marL="0" indent="0">
              <a:buNone/>
            </a:pPr>
            <a:endParaRPr lang="en-US" dirty="0"/>
          </a:p>
          <a:p>
            <a:endParaRPr lang="en-US" dirty="0"/>
          </a:p>
        </p:txBody>
      </p:sp>
      <p:sp>
        <p:nvSpPr>
          <p:cNvPr id="4" name="Footer Placeholder 3">
            <a:extLst>
              <a:ext uri="{FF2B5EF4-FFF2-40B4-BE49-F238E27FC236}">
                <a16:creationId xmlns:a16="http://schemas.microsoft.com/office/drawing/2014/main" id="{B5F9DD6F-6D66-4A1B-8FB9-10D894B77649}"/>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5172ACAC-619F-4FB6-8547-A381C4589422}"/>
              </a:ext>
            </a:extLst>
          </p:cNvPr>
          <p:cNvSpPr>
            <a:spLocks noGrp="1"/>
          </p:cNvSpPr>
          <p:nvPr>
            <p:ph type="dt" sz="half" idx="2"/>
          </p:nvPr>
        </p:nvSpPr>
        <p:spPr/>
        <p:txBody>
          <a:bodyPr/>
          <a:lstStyle/>
          <a:p>
            <a:pPr>
              <a:defRPr/>
            </a:pPr>
            <a:endParaRPr lang="en-US" altLang="en-US" dirty="0"/>
          </a:p>
          <a:p>
            <a:pPr>
              <a:defRPr/>
            </a:pPr>
            <a:r>
              <a:rPr lang="en-US" altLang="en-US" dirty="0"/>
              <a:t>Date: 4-25-2022</a:t>
            </a:r>
          </a:p>
          <a:p>
            <a:pPr>
              <a:defRPr/>
            </a:pPr>
            <a:endParaRPr lang="en-US" altLang="en-US" dirty="0"/>
          </a:p>
        </p:txBody>
      </p:sp>
      <p:sp>
        <p:nvSpPr>
          <p:cNvPr id="6" name="Slide Number Placeholder 5">
            <a:extLst>
              <a:ext uri="{FF2B5EF4-FFF2-40B4-BE49-F238E27FC236}">
                <a16:creationId xmlns:a16="http://schemas.microsoft.com/office/drawing/2014/main" id="{54F3F9D8-8B96-41CF-B1ED-60115C66CB11}"/>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20</a:t>
            </a:fld>
            <a:endParaRPr lang="en-US" altLang="en-US" dirty="0"/>
          </a:p>
        </p:txBody>
      </p:sp>
      <p:pic>
        <p:nvPicPr>
          <p:cNvPr id="8" name="Picture 7" descr="Chart, line chart&#10;&#10;Description automatically generated">
            <a:extLst>
              <a:ext uri="{FF2B5EF4-FFF2-40B4-BE49-F238E27FC236}">
                <a16:creationId xmlns:a16="http://schemas.microsoft.com/office/drawing/2014/main" id="{FCFA7BB9-FBAB-4293-B70B-9314DE0AA322}"/>
              </a:ext>
            </a:extLst>
          </p:cNvPr>
          <p:cNvPicPr>
            <a:picLocks noChangeAspect="1"/>
          </p:cNvPicPr>
          <p:nvPr/>
        </p:nvPicPr>
        <p:blipFill>
          <a:blip r:embed="rId2"/>
          <a:stretch>
            <a:fillRect/>
          </a:stretch>
        </p:blipFill>
        <p:spPr>
          <a:xfrm>
            <a:off x="1212479" y="1396515"/>
            <a:ext cx="6719041" cy="4425642"/>
          </a:xfrm>
          <a:prstGeom prst="rect">
            <a:avLst/>
          </a:prstGeom>
        </p:spPr>
      </p:pic>
    </p:spTree>
    <p:extLst>
      <p:ext uri="{BB962C8B-B14F-4D97-AF65-F5344CB8AC3E}">
        <p14:creationId xmlns:p14="http://schemas.microsoft.com/office/powerpoint/2010/main" val="733041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DB84D3D0-3E4A-4416-A20C-67024D15A0EF}"/>
              </a:ext>
            </a:extLst>
          </p:cNvPr>
          <p:cNvPicPr>
            <a:picLocks noGrp="1" noChangeAspect="1"/>
          </p:cNvPicPr>
          <p:nvPr>
            <p:ph idx="1"/>
          </p:nvPr>
        </p:nvPicPr>
        <p:blipFill>
          <a:blip r:embed="rId2"/>
          <a:stretch>
            <a:fillRect/>
          </a:stretch>
        </p:blipFill>
        <p:spPr>
          <a:xfrm>
            <a:off x="457200" y="2353626"/>
            <a:ext cx="8322626" cy="834549"/>
          </a:xfrm>
        </p:spPr>
      </p:pic>
      <p:sp>
        <p:nvSpPr>
          <p:cNvPr id="4" name="Footer Placeholder 3">
            <a:extLst>
              <a:ext uri="{FF2B5EF4-FFF2-40B4-BE49-F238E27FC236}">
                <a16:creationId xmlns:a16="http://schemas.microsoft.com/office/drawing/2014/main" id="{0C5E49B5-A0BB-4D5F-807F-FF1C7A3F42F0}"/>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488D4424-BAB9-4EDC-82BB-27CA76FE1EEE}"/>
              </a:ext>
            </a:extLst>
          </p:cNvPr>
          <p:cNvSpPr>
            <a:spLocks noGrp="1"/>
          </p:cNvSpPr>
          <p:nvPr>
            <p:ph type="dt" sz="half" idx="2"/>
          </p:nvPr>
        </p:nvSpPr>
        <p:spPr/>
        <p:txBody>
          <a:bodyPr/>
          <a:lstStyle/>
          <a:p>
            <a:pPr>
              <a:defRPr/>
            </a:pPr>
            <a:r>
              <a:rPr lang="en-US" altLang="en-US"/>
              <a:t>9/25/2019</a:t>
            </a:r>
            <a:endParaRPr lang="en-US" altLang="en-US" dirty="0"/>
          </a:p>
        </p:txBody>
      </p:sp>
      <p:sp>
        <p:nvSpPr>
          <p:cNvPr id="6" name="Slide Number Placeholder 5">
            <a:extLst>
              <a:ext uri="{FF2B5EF4-FFF2-40B4-BE49-F238E27FC236}">
                <a16:creationId xmlns:a16="http://schemas.microsoft.com/office/drawing/2014/main" id="{5C310486-7D58-4058-B8D3-B9945524C9CB}"/>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21</a:t>
            </a:fld>
            <a:endParaRPr lang="en-US" altLang="en-US" dirty="0"/>
          </a:p>
        </p:txBody>
      </p:sp>
    </p:spTree>
    <p:extLst>
      <p:ext uri="{BB962C8B-B14F-4D97-AF65-F5344CB8AC3E}">
        <p14:creationId xmlns:p14="http://schemas.microsoft.com/office/powerpoint/2010/main" val="14871272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70FA6C-759C-4544-8D9A-7053AF36941E}"/>
              </a:ext>
            </a:extLst>
          </p:cNvPr>
          <p:cNvSpPr>
            <a:spLocks noGrp="1"/>
          </p:cNvSpPr>
          <p:nvPr>
            <p:ph idx="1"/>
          </p:nvPr>
        </p:nvSpPr>
        <p:spPr>
          <a:xfrm>
            <a:off x="457200" y="838200"/>
            <a:ext cx="8229600" cy="4525963"/>
          </a:xfrm>
        </p:spPr>
        <p:txBody>
          <a:bodyPr/>
          <a:lstStyle/>
          <a:p>
            <a:pPr marL="0" indent="0">
              <a:buNone/>
            </a:pPr>
            <a:r>
              <a:rPr lang="en-US" dirty="0"/>
              <a:t>K-means Clustering</a:t>
            </a:r>
          </a:p>
          <a:p>
            <a:pPr marL="0" indent="0">
              <a:buNone/>
            </a:pPr>
            <a:endParaRPr lang="en-US" dirty="0"/>
          </a:p>
        </p:txBody>
      </p:sp>
      <p:sp>
        <p:nvSpPr>
          <p:cNvPr id="4" name="Footer Placeholder 3">
            <a:extLst>
              <a:ext uri="{FF2B5EF4-FFF2-40B4-BE49-F238E27FC236}">
                <a16:creationId xmlns:a16="http://schemas.microsoft.com/office/drawing/2014/main" id="{D65AD5E1-F718-4C94-88DD-F686057130C3}"/>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4F0918F2-B6F8-4FE5-9F58-2BBB7684F9D4}"/>
              </a:ext>
            </a:extLst>
          </p:cNvPr>
          <p:cNvSpPr>
            <a:spLocks noGrp="1"/>
          </p:cNvSpPr>
          <p:nvPr>
            <p:ph type="dt" sz="half" idx="2"/>
          </p:nvPr>
        </p:nvSpPr>
        <p:spPr/>
        <p:txBody>
          <a:bodyPr/>
          <a:lstStyle/>
          <a:p>
            <a:pPr>
              <a:defRPr/>
            </a:pPr>
            <a:endParaRPr lang="en-US" altLang="en-US" dirty="0"/>
          </a:p>
          <a:p>
            <a:pPr>
              <a:defRPr/>
            </a:pPr>
            <a:r>
              <a:rPr lang="en-US" altLang="en-US" dirty="0"/>
              <a:t>Date: 4-25-2022</a:t>
            </a:r>
          </a:p>
          <a:p>
            <a:pPr>
              <a:defRPr/>
            </a:pPr>
            <a:endParaRPr lang="en-US" altLang="en-US" dirty="0"/>
          </a:p>
        </p:txBody>
      </p:sp>
      <p:sp>
        <p:nvSpPr>
          <p:cNvPr id="6" name="Slide Number Placeholder 5">
            <a:extLst>
              <a:ext uri="{FF2B5EF4-FFF2-40B4-BE49-F238E27FC236}">
                <a16:creationId xmlns:a16="http://schemas.microsoft.com/office/drawing/2014/main" id="{0F94AC9D-79A7-4BC9-A6F6-B99209588D7D}"/>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22</a:t>
            </a:fld>
            <a:endParaRPr lang="en-US" altLang="en-US" dirty="0"/>
          </a:p>
        </p:txBody>
      </p:sp>
      <p:pic>
        <p:nvPicPr>
          <p:cNvPr id="8" name="Picture 7" descr="Chart&#10;&#10;Description automatically generated">
            <a:extLst>
              <a:ext uri="{FF2B5EF4-FFF2-40B4-BE49-F238E27FC236}">
                <a16:creationId xmlns:a16="http://schemas.microsoft.com/office/drawing/2014/main" id="{FD1E16A9-9C08-43C1-963E-2A27668AAB6D}"/>
              </a:ext>
            </a:extLst>
          </p:cNvPr>
          <p:cNvPicPr>
            <a:picLocks noChangeAspect="1"/>
          </p:cNvPicPr>
          <p:nvPr/>
        </p:nvPicPr>
        <p:blipFill>
          <a:blip r:embed="rId2"/>
          <a:stretch>
            <a:fillRect/>
          </a:stretch>
        </p:blipFill>
        <p:spPr>
          <a:xfrm>
            <a:off x="1168640" y="1371600"/>
            <a:ext cx="6806720" cy="3718903"/>
          </a:xfrm>
          <a:prstGeom prst="rect">
            <a:avLst/>
          </a:prstGeom>
        </p:spPr>
      </p:pic>
    </p:spTree>
    <p:extLst>
      <p:ext uri="{BB962C8B-B14F-4D97-AF65-F5344CB8AC3E}">
        <p14:creationId xmlns:p14="http://schemas.microsoft.com/office/powerpoint/2010/main" val="39297271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5F4532-05F6-4F19-A1D2-10ECC2B58DCA}"/>
              </a:ext>
            </a:extLst>
          </p:cNvPr>
          <p:cNvSpPr>
            <a:spLocks noGrp="1"/>
          </p:cNvSpPr>
          <p:nvPr>
            <p:ph idx="1"/>
          </p:nvPr>
        </p:nvSpPr>
        <p:spPr>
          <a:xfrm>
            <a:off x="457200" y="762000"/>
            <a:ext cx="8229600" cy="4525963"/>
          </a:xfrm>
        </p:spPr>
        <p:txBody>
          <a:bodyPr/>
          <a:lstStyle/>
          <a:p>
            <a:pPr marL="0" indent="0">
              <a:buNone/>
            </a:pPr>
            <a:r>
              <a:rPr lang="en-US" dirty="0"/>
              <a:t>Feature Selection</a:t>
            </a:r>
          </a:p>
          <a:p>
            <a:pPr marL="0" indent="0">
              <a:buNone/>
            </a:pPr>
            <a:endParaRPr lang="en-US" dirty="0"/>
          </a:p>
        </p:txBody>
      </p:sp>
      <p:sp>
        <p:nvSpPr>
          <p:cNvPr id="4" name="Footer Placeholder 3">
            <a:extLst>
              <a:ext uri="{FF2B5EF4-FFF2-40B4-BE49-F238E27FC236}">
                <a16:creationId xmlns:a16="http://schemas.microsoft.com/office/drawing/2014/main" id="{326FCDD3-B952-4F8D-B9DC-F916C09A2091}"/>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4765786F-20BD-4A85-9FA2-1B89E365B0CB}"/>
              </a:ext>
            </a:extLst>
          </p:cNvPr>
          <p:cNvSpPr>
            <a:spLocks noGrp="1"/>
          </p:cNvSpPr>
          <p:nvPr>
            <p:ph type="dt" sz="half" idx="2"/>
          </p:nvPr>
        </p:nvSpPr>
        <p:spPr/>
        <p:txBody>
          <a:bodyPr/>
          <a:lstStyle/>
          <a:p>
            <a:pPr>
              <a:defRPr/>
            </a:pPr>
            <a:endParaRPr lang="en-US" altLang="en-US" dirty="0"/>
          </a:p>
          <a:p>
            <a:pPr>
              <a:defRPr/>
            </a:pPr>
            <a:r>
              <a:rPr lang="en-US" altLang="en-US" dirty="0"/>
              <a:t>Date: 4-25-2022</a:t>
            </a:r>
          </a:p>
          <a:p>
            <a:pPr>
              <a:defRPr/>
            </a:pPr>
            <a:endParaRPr lang="en-US" altLang="en-US" dirty="0"/>
          </a:p>
        </p:txBody>
      </p:sp>
      <p:sp>
        <p:nvSpPr>
          <p:cNvPr id="6" name="Slide Number Placeholder 5">
            <a:extLst>
              <a:ext uri="{FF2B5EF4-FFF2-40B4-BE49-F238E27FC236}">
                <a16:creationId xmlns:a16="http://schemas.microsoft.com/office/drawing/2014/main" id="{441FAEFF-C652-4783-B4FC-1F7AAB234434}"/>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23</a:t>
            </a:fld>
            <a:endParaRPr lang="en-US" altLang="en-US" dirty="0"/>
          </a:p>
        </p:txBody>
      </p:sp>
      <p:pic>
        <p:nvPicPr>
          <p:cNvPr id="8" name="Picture 7" descr="Chart&#10;&#10;Description automatically generated">
            <a:extLst>
              <a:ext uri="{FF2B5EF4-FFF2-40B4-BE49-F238E27FC236}">
                <a16:creationId xmlns:a16="http://schemas.microsoft.com/office/drawing/2014/main" id="{A350E7DB-4B77-48BF-9F65-77AD512D2376}"/>
              </a:ext>
            </a:extLst>
          </p:cNvPr>
          <p:cNvPicPr>
            <a:picLocks noChangeAspect="1"/>
          </p:cNvPicPr>
          <p:nvPr/>
        </p:nvPicPr>
        <p:blipFill>
          <a:blip r:embed="rId2"/>
          <a:stretch>
            <a:fillRect/>
          </a:stretch>
        </p:blipFill>
        <p:spPr>
          <a:xfrm>
            <a:off x="474785" y="1295400"/>
            <a:ext cx="4114800" cy="3082520"/>
          </a:xfrm>
          <a:prstGeom prst="rect">
            <a:avLst/>
          </a:prstGeom>
        </p:spPr>
      </p:pic>
      <p:pic>
        <p:nvPicPr>
          <p:cNvPr id="10" name="Picture 9">
            <a:extLst>
              <a:ext uri="{FF2B5EF4-FFF2-40B4-BE49-F238E27FC236}">
                <a16:creationId xmlns:a16="http://schemas.microsoft.com/office/drawing/2014/main" id="{D26F1531-9D49-475F-BE8F-C99E5BA6D7DC}"/>
              </a:ext>
            </a:extLst>
          </p:cNvPr>
          <p:cNvPicPr>
            <a:picLocks noChangeAspect="1"/>
          </p:cNvPicPr>
          <p:nvPr/>
        </p:nvPicPr>
        <p:blipFill>
          <a:blip r:embed="rId3"/>
          <a:stretch>
            <a:fillRect/>
          </a:stretch>
        </p:blipFill>
        <p:spPr>
          <a:xfrm>
            <a:off x="5082325" y="1219200"/>
            <a:ext cx="2941749" cy="2766646"/>
          </a:xfrm>
          <a:prstGeom prst="rect">
            <a:avLst/>
          </a:prstGeom>
        </p:spPr>
      </p:pic>
      <p:sp>
        <p:nvSpPr>
          <p:cNvPr id="11" name="TextBox 10">
            <a:extLst>
              <a:ext uri="{FF2B5EF4-FFF2-40B4-BE49-F238E27FC236}">
                <a16:creationId xmlns:a16="http://schemas.microsoft.com/office/drawing/2014/main" id="{4E3D3A29-F571-4802-A7CE-666A2C55943B}"/>
              </a:ext>
            </a:extLst>
          </p:cNvPr>
          <p:cNvSpPr txBox="1"/>
          <p:nvPr/>
        </p:nvSpPr>
        <p:spPr>
          <a:xfrm>
            <a:off x="914400" y="4724400"/>
            <a:ext cx="7162800" cy="523220"/>
          </a:xfrm>
          <a:prstGeom prst="rect">
            <a:avLst/>
          </a:prstGeom>
          <a:noFill/>
        </p:spPr>
        <p:txBody>
          <a:bodyPr wrap="square" rtlCol="0">
            <a:spAutoFit/>
          </a:bodyPr>
          <a:lstStyle/>
          <a:p>
            <a:r>
              <a:rPr lang="en-US" sz="1400" dirty="0"/>
              <a:t>The exhaustive search method is used to find the best feature and </a:t>
            </a:r>
            <a:r>
              <a:rPr lang="en-US" sz="1400" dirty="0" err="1"/>
              <a:t>f_regression</a:t>
            </a:r>
            <a:r>
              <a:rPr lang="en-US" sz="1400" dirty="0"/>
              <a:t> is used as a scoring function.</a:t>
            </a:r>
          </a:p>
        </p:txBody>
      </p:sp>
    </p:spTree>
    <p:extLst>
      <p:ext uri="{BB962C8B-B14F-4D97-AF65-F5344CB8AC3E}">
        <p14:creationId xmlns:p14="http://schemas.microsoft.com/office/powerpoint/2010/main" val="4236020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DEF01EC-34D4-42DB-B60B-66CCC635C6E5}"/>
              </a:ext>
            </a:extLst>
          </p:cNvPr>
          <p:cNvSpPr>
            <a:spLocks noGrp="1"/>
          </p:cNvSpPr>
          <p:nvPr>
            <p:ph idx="1"/>
          </p:nvPr>
        </p:nvSpPr>
        <p:spPr>
          <a:xfrm>
            <a:off x="457200" y="838200"/>
            <a:ext cx="8229600" cy="4525963"/>
          </a:xfrm>
        </p:spPr>
        <p:txBody>
          <a:bodyPr/>
          <a:lstStyle/>
          <a:p>
            <a:pPr marL="0" indent="0">
              <a:buNone/>
            </a:pPr>
            <a:r>
              <a:rPr lang="en-US" dirty="0"/>
              <a:t>Model Building: Machine Learning</a:t>
            </a:r>
          </a:p>
          <a:p>
            <a:pPr marL="0" indent="0">
              <a:buNone/>
            </a:pPr>
            <a:endParaRPr lang="en-US" dirty="0"/>
          </a:p>
        </p:txBody>
      </p:sp>
      <p:sp>
        <p:nvSpPr>
          <p:cNvPr id="4" name="Footer Placeholder 3">
            <a:extLst>
              <a:ext uri="{FF2B5EF4-FFF2-40B4-BE49-F238E27FC236}">
                <a16:creationId xmlns:a16="http://schemas.microsoft.com/office/drawing/2014/main" id="{7D95D442-D3C8-45F2-9E2D-E516BF9525FE}"/>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A9E340F6-AD94-408A-9254-DDF55AA583EB}"/>
              </a:ext>
            </a:extLst>
          </p:cNvPr>
          <p:cNvSpPr>
            <a:spLocks noGrp="1"/>
          </p:cNvSpPr>
          <p:nvPr>
            <p:ph type="dt" sz="half" idx="2"/>
          </p:nvPr>
        </p:nvSpPr>
        <p:spPr/>
        <p:txBody>
          <a:bodyPr/>
          <a:lstStyle/>
          <a:p>
            <a:pPr>
              <a:defRPr/>
            </a:pPr>
            <a:endParaRPr lang="en-US" altLang="en-US" dirty="0"/>
          </a:p>
          <a:p>
            <a:pPr>
              <a:defRPr/>
            </a:pPr>
            <a:r>
              <a:rPr lang="en-US" altLang="en-US" dirty="0"/>
              <a:t>Date: 4-25-2022</a:t>
            </a:r>
          </a:p>
          <a:p>
            <a:pPr>
              <a:defRPr/>
            </a:pPr>
            <a:endParaRPr lang="en-US" altLang="en-US" dirty="0"/>
          </a:p>
        </p:txBody>
      </p:sp>
      <p:sp>
        <p:nvSpPr>
          <p:cNvPr id="6" name="Slide Number Placeholder 5">
            <a:extLst>
              <a:ext uri="{FF2B5EF4-FFF2-40B4-BE49-F238E27FC236}">
                <a16:creationId xmlns:a16="http://schemas.microsoft.com/office/drawing/2014/main" id="{D29D8BA3-4A7D-472C-BF60-720E985493DB}"/>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24</a:t>
            </a:fld>
            <a:endParaRPr lang="en-US" altLang="en-US" dirty="0"/>
          </a:p>
        </p:txBody>
      </p:sp>
      <p:graphicFrame>
        <p:nvGraphicFramePr>
          <p:cNvPr id="7" name="Table 7">
            <a:extLst>
              <a:ext uri="{FF2B5EF4-FFF2-40B4-BE49-F238E27FC236}">
                <a16:creationId xmlns:a16="http://schemas.microsoft.com/office/drawing/2014/main" id="{5A4E7200-E2EE-448D-8371-E7D5D3CC5C5D}"/>
              </a:ext>
            </a:extLst>
          </p:cNvPr>
          <p:cNvGraphicFramePr>
            <a:graphicFrameLocks noGrp="1"/>
          </p:cNvGraphicFramePr>
          <p:nvPr>
            <p:extLst>
              <p:ext uri="{D42A27DB-BD31-4B8C-83A1-F6EECF244321}">
                <p14:modId xmlns:p14="http://schemas.microsoft.com/office/powerpoint/2010/main" val="529147336"/>
              </p:ext>
            </p:extLst>
          </p:nvPr>
        </p:nvGraphicFramePr>
        <p:xfrm>
          <a:off x="609600" y="2278857"/>
          <a:ext cx="7924800" cy="3581400"/>
        </p:xfrm>
        <a:graphic>
          <a:graphicData uri="http://schemas.openxmlformats.org/drawingml/2006/table">
            <a:tbl>
              <a:tblPr firstRow="1" bandRow="1">
                <a:tableStyleId>{5C22544A-7EE6-4342-B048-85BDC9FD1C3A}</a:tableStyleId>
              </a:tblPr>
              <a:tblGrid>
                <a:gridCol w="2641600">
                  <a:extLst>
                    <a:ext uri="{9D8B030D-6E8A-4147-A177-3AD203B41FA5}">
                      <a16:colId xmlns:a16="http://schemas.microsoft.com/office/drawing/2014/main" val="527402625"/>
                    </a:ext>
                  </a:extLst>
                </a:gridCol>
                <a:gridCol w="2641600">
                  <a:extLst>
                    <a:ext uri="{9D8B030D-6E8A-4147-A177-3AD203B41FA5}">
                      <a16:colId xmlns:a16="http://schemas.microsoft.com/office/drawing/2014/main" val="1400090780"/>
                    </a:ext>
                  </a:extLst>
                </a:gridCol>
                <a:gridCol w="2641600">
                  <a:extLst>
                    <a:ext uri="{9D8B030D-6E8A-4147-A177-3AD203B41FA5}">
                      <a16:colId xmlns:a16="http://schemas.microsoft.com/office/drawing/2014/main" val="4274561615"/>
                    </a:ext>
                  </a:extLst>
                </a:gridCol>
              </a:tblGrid>
              <a:tr h="625460">
                <a:tc>
                  <a:txBody>
                    <a:bodyPr/>
                    <a:lstStyle/>
                    <a:p>
                      <a:r>
                        <a:rPr lang="en-US" dirty="0"/>
                        <a:t>Model</a:t>
                      </a:r>
                    </a:p>
                  </a:txBody>
                  <a:tcPr/>
                </a:tc>
                <a:tc>
                  <a:txBody>
                    <a:bodyPr/>
                    <a:lstStyle/>
                    <a:p>
                      <a:r>
                        <a:rPr lang="en-US" dirty="0"/>
                        <a:t>RMSE</a:t>
                      </a:r>
                    </a:p>
                  </a:txBody>
                  <a:tcPr/>
                </a:tc>
                <a:tc>
                  <a:txBody>
                    <a:bodyPr/>
                    <a:lstStyle/>
                    <a:p>
                      <a:r>
                        <a:rPr lang="en-US" dirty="0"/>
                        <a:t>R-Square</a:t>
                      </a:r>
                    </a:p>
                  </a:txBody>
                  <a:tcPr/>
                </a:tc>
                <a:extLst>
                  <a:ext uri="{0D108BD9-81ED-4DB2-BD59-A6C34878D82A}">
                    <a16:rowId xmlns:a16="http://schemas.microsoft.com/office/drawing/2014/main" val="2310163880"/>
                  </a:ext>
                </a:extLst>
              </a:tr>
              <a:tr h="625460">
                <a:tc>
                  <a:txBody>
                    <a:bodyPr/>
                    <a:lstStyle/>
                    <a:p>
                      <a:pPr algn="ctr"/>
                      <a:r>
                        <a:rPr lang="en-US" dirty="0"/>
                        <a:t>Linear Regression</a:t>
                      </a:r>
                    </a:p>
                  </a:txBody>
                  <a:tcPr/>
                </a:tc>
                <a:tc>
                  <a:txBody>
                    <a:bodyPr/>
                    <a:lstStyle/>
                    <a:p>
                      <a:pPr algn="ctr"/>
                      <a:r>
                        <a:rPr lang="en-US" dirty="0"/>
                        <a:t>214.172</a:t>
                      </a:r>
                    </a:p>
                  </a:txBody>
                  <a:tcPr/>
                </a:tc>
                <a:tc>
                  <a:txBody>
                    <a:bodyPr/>
                    <a:lstStyle/>
                    <a:p>
                      <a:pPr algn="ctr"/>
                      <a:r>
                        <a:rPr lang="en-US" dirty="0"/>
                        <a:t>0.783</a:t>
                      </a:r>
                    </a:p>
                  </a:txBody>
                  <a:tcPr/>
                </a:tc>
                <a:extLst>
                  <a:ext uri="{0D108BD9-81ED-4DB2-BD59-A6C34878D82A}">
                    <a16:rowId xmlns:a16="http://schemas.microsoft.com/office/drawing/2014/main" val="1850494414"/>
                  </a:ext>
                </a:extLst>
              </a:tr>
              <a:tr h="625460">
                <a:tc>
                  <a:txBody>
                    <a:bodyPr/>
                    <a:lstStyle/>
                    <a:p>
                      <a:pPr algn="ctr"/>
                      <a:r>
                        <a:rPr lang="en-US" dirty="0"/>
                        <a:t>KNN Regressor</a:t>
                      </a:r>
                    </a:p>
                  </a:txBody>
                  <a:tcPr/>
                </a:tc>
                <a:tc>
                  <a:txBody>
                    <a:bodyPr/>
                    <a:lstStyle/>
                    <a:p>
                      <a:pPr algn="ctr"/>
                      <a:r>
                        <a:rPr lang="en-US" dirty="0"/>
                        <a:t>31.241</a:t>
                      </a:r>
                    </a:p>
                  </a:txBody>
                  <a:tcPr/>
                </a:tc>
                <a:tc>
                  <a:txBody>
                    <a:bodyPr/>
                    <a:lstStyle/>
                    <a:p>
                      <a:pPr algn="ctr"/>
                      <a:r>
                        <a:rPr lang="en-US" dirty="0"/>
                        <a:t>0.95</a:t>
                      </a:r>
                    </a:p>
                  </a:txBody>
                  <a:tcPr/>
                </a:tc>
                <a:extLst>
                  <a:ext uri="{0D108BD9-81ED-4DB2-BD59-A6C34878D82A}">
                    <a16:rowId xmlns:a16="http://schemas.microsoft.com/office/drawing/2014/main" val="4062861017"/>
                  </a:ext>
                </a:extLst>
              </a:tr>
              <a:tr h="1079560">
                <a:tc>
                  <a:txBody>
                    <a:bodyPr/>
                    <a:lstStyle/>
                    <a:p>
                      <a:pPr algn="ctr"/>
                      <a:r>
                        <a:rPr lang="en-US" dirty="0"/>
                        <a:t>Random Forest Regressor</a:t>
                      </a:r>
                    </a:p>
                  </a:txBody>
                  <a:tcPr/>
                </a:tc>
                <a:tc>
                  <a:txBody>
                    <a:bodyPr/>
                    <a:lstStyle/>
                    <a:p>
                      <a:pPr algn="ctr"/>
                      <a:r>
                        <a:rPr lang="en-US" dirty="0"/>
                        <a:t>2.989</a:t>
                      </a:r>
                    </a:p>
                  </a:txBody>
                  <a:tcPr/>
                </a:tc>
                <a:tc>
                  <a:txBody>
                    <a:bodyPr/>
                    <a:lstStyle/>
                    <a:p>
                      <a:pPr algn="ctr"/>
                      <a:r>
                        <a:rPr lang="en-US" dirty="0"/>
                        <a:t>1</a:t>
                      </a:r>
                    </a:p>
                  </a:txBody>
                  <a:tcPr/>
                </a:tc>
                <a:extLst>
                  <a:ext uri="{0D108BD9-81ED-4DB2-BD59-A6C34878D82A}">
                    <a16:rowId xmlns:a16="http://schemas.microsoft.com/office/drawing/2014/main" val="3568028566"/>
                  </a:ext>
                </a:extLst>
              </a:tr>
              <a:tr h="625460">
                <a:tc>
                  <a:txBody>
                    <a:bodyPr/>
                    <a:lstStyle/>
                    <a:p>
                      <a:pPr algn="ctr"/>
                      <a:r>
                        <a:rPr lang="en-US" dirty="0" err="1"/>
                        <a:t>Xgboost</a:t>
                      </a:r>
                      <a:r>
                        <a:rPr lang="en-US" dirty="0"/>
                        <a:t> Regressor</a:t>
                      </a:r>
                    </a:p>
                  </a:txBody>
                  <a:tcPr/>
                </a:tc>
                <a:tc>
                  <a:txBody>
                    <a:bodyPr/>
                    <a:lstStyle/>
                    <a:p>
                      <a:pPr algn="ctr"/>
                      <a:r>
                        <a:rPr lang="en-US" dirty="0"/>
                        <a:t>2.84</a:t>
                      </a:r>
                    </a:p>
                  </a:txBody>
                  <a:tcPr/>
                </a:tc>
                <a:tc>
                  <a:txBody>
                    <a:bodyPr/>
                    <a:lstStyle/>
                    <a:p>
                      <a:pPr algn="ctr"/>
                      <a:r>
                        <a:rPr lang="en-US" dirty="0"/>
                        <a:t>1</a:t>
                      </a:r>
                    </a:p>
                  </a:txBody>
                  <a:tcPr/>
                </a:tc>
                <a:extLst>
                  <a:ext uri="{0D108BD9-81ED-4DB2-BD59-A6C34878D82A}">
                    <a16:rowId xmlns:a16="http://schemas.microsoft.com/office/drawing/2014/main" val="4009120867"/>
                  </a:ext>
                </a:extLst>
              </a:tr>
            </a:tbl>
          </a:graphicData>
        </a:graphic>
      </p:graphicFrame>
    </p:spTree>
    <p:extLst>
      <p:ext uri="{BB962C8B-B14F-4D97-AF65-F5344CB8AC3E}">
        <p14:creationId xmlns:p14="http://schemas.microsoft.com/office/powerpoint/2010/main" val="1915347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C7E659A-55C1-44D4-AC3A-79A70479CCE7}"/>
              </a:ext>
            </a:extLst>
          </p:cNvPr>
          <p:cNvSpPr>
            <a:spLocks noGrp="1"/>
          </p:cNvSpPr>
          <p:nvPr>
            <p:ph idx="1"/>
          </p:nvPr>
        </p:nvSpPr>
        <p:spPr>
          <a:xfrm>
            <a:off x="457200" y="762000"/>
            <a:ext cx="8229600" cy="4525963"/>
          </a:xfrm>
        </p:spPr>
        <p:txBody>
          <a:bodyPr/>
          <a:lstStyle/>
          <a:p>
            <a:pPr marL="0" indent="0">
              <a:buNone/>
            </a:pPr>
            <a:r>
              <a:rPr lang="en-US" dirty="0"/>
              <a:t>Residual Plot</a:t>
            </a:r>
          </a:p>
          <a:p>
            <a:pPr marL="0" indent="0">
              <a:buNone/>
            </a:pPr>
            <a:endParaRPr lang="en-US" dirty="0"/>
          </a:p>
        </p:txBody>
      </p:sp>
      <p:sp>
        <p:nvSpPr>
          <p:cNvPr id="4" name="Footer Placeholder 3">
            <a:extLst>
              <a:ext uri="{FF2B5EF4-FFF2-40B4-BE49-F238E27FC236}">
                <a16:creationId xmlns:a16="http://schemas.microsoft.com/office/drawing/2014/main" id="{E99AC414-F1D2-48EE-98EB-DFF19D3154F8}"/>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E539CE23-F60F-4504-A2B7-DD2EEB1611D8}"/>
              </a:ext>
            </a:extLst>
          </p:cNvPr>
          <p:cNvSpPr>
            <a:spLocks noGrp="1"/>
          </p:cNvSpPr>
          <p:nvPr>
            <p:ph type="dt" sz="half" idx="2"/>
          </p:nvPr>
        </p:nvSpPr>
        <p:spPr/>
        <p:txBody>
          <a:bodyPr/>
          <a:lstStyle/>
          <a:p>
            <a:pPr>
              <a:defRPr/>
            </a:pPr>
            <a:endParaRPr lang="en-US" altLang="en-US" dirty="0"/>
          </a:p>
          <a:p>
            <a:pPr>
              <a:defRPr/>
            </a:pPr>
            <a:r>
              <a:rPr lang="en-US" altLang="en-US" dirty="0"/>
              <a:t>Date: 4-25-2022</a:t>
            </a:r>
          </a:p>
          <a:p>
            <a:pPr>
              <a:defRPr/>
            </a:pPr>
            <a:endParaRPr lang="en-US" altLang="en-US" dirty="0"/>
          </a:p>
        </p:txBody>
      </p:sp>
      <p:sp>
        <p:nvSpPr>
          <p:cNvPr id="6" name="Slide Number Placeholder 5">
            <a:extLst>
              <a:ext uri="{FF2B5EF4-FFF2-40B4-BE49-F238E27FC236}">
                <a16:creationId xmlns:a16="http://schemas.microsoft.com/office/drawing/2014/main" id="{2C470150-0CC9-4A69-9051-06A1E1F69594}"/>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25</a:t>
            </a:fld>
            <a:endParaRPr lang="en-US" altLang="en-US" dirty="0"/>
          </a:p>
        </p:txBody>
      </p:sp>
      <p:pic>
        <p:nvPicPr>
          <p:cNvPr id="8" name="Picture 7" descr="Chart, scatter chart&#10;&#10;Description automatically generated">
            <a:extLst>
              <a:ext uri="{FF2B5EF4-FFF2-40B4-BE49-F238E27FC236}">
                <a16:creationId xmlns:a16="http://schemas.microsoft.com/office/drawing/2014/main" id="{0FFC4CBB-22C1-48AF-8E98-48295FBD72FF}"/>
              </a:ext>
            </a:extLst>
          </p:cNvPr>
          <p:cNvPicPr>
            <a:picLocks noChangeAspect="1"/>
          </p:cNvPicPr>
          <p:nvPr/>
        </p:nvPicPr>
        <p:blipFill>
          <a:blip r:embed="rId2"/>
          <a:stretch>
            <a:fillRect/>
          </a:stretch>
        </p:blipFill>
        <p:spPr>
          <a:xfrm>
            <a:off x="2145030" y="1295400"/>
            <a:ext cx="4853940" cy="3324337"/>
          </a:xfrm>
          <a:prstGeom prst="rect">
            <a:avLst/>
          </a:prstGeom>
        </p:spPr>
      </p:pic>
      <p:sp>
        <p:nvSpPr>
          <p:cNvPr id="9" name="TextBox 8">
            <a:extLst>
              <a:ext uri="{FF2B5EF4-FFF2-40B4-BE49-F238E27FC236}">
                <a16:creationId xmlns:a16="http://schemas.microsoft.com/office/drawing/2014/main" id="{6DFD25C6-595F-4394-91AF-819856CEB340}"/>
              </a:ext>
            </a:extLst>
          </p:cNvPr>
          <p:cNvSpPr txBox="1"/>
          <p:nvPr/>
        </p:nvSpPr>
        <p:spPr>
          <a:xfrm>
            <a:off x="685800" y="5105400"/>
            <a:ext cx="7924800" cy="738664"/>
          </a:xfrm>
          <a:prstGeom prst="rect">
            <a:avLst/>
          </a:prstGeom>
          <a:noFill/>
        </p:spPr>
        <p:txBody>
          <a:bodyPr wrap="square" rtlCol="0">
            <a:spAutoFit/>
          </a:bodyPr>
          <a:lstStyle/>
          <a:p>
            <a:pPr algn="just"/>
            <a:r>
              <a:rPr lang="en-US" sz="1400" dirty="0"/>
              <a:t>The residual error follows the gaussian distribution. The variability of the response variable for a given set of predictors is the same across all values of predictors and hence the homoscedasticity is not violated.</a:t>
            </a:r>
          </a:p>
        </p:txBody>
      </p:sp>
    </p:spTree>
    <p:extLst>
      <p:ext uri="{BB962C8B-B14F-4D97-AF65-F5344CB8AC3E}">
        <p14:creationId xmlns:p14="http://schemas.microsoft.com/office/powerpoint/2010/main" val="258623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9CEC32-DC03-4221-8EAF-E1164630A778}"/>
              </a:ext>
            </a:extLst>
          </p:cNvPr>
          <p:cNvSpPr>
            <a:spLocks noGrp="1"/>
          </p:cNvSpPr>
          <p:nvPr>
            <p:ph idx="1"/>
          </p:nvPr>
        </p:nvSpPr>
        <p:spPr>
          <a:xfrm>
            <a:off x="457200" y="762000"/>
            <a:ext cx="8229600" cy="4525963"/>
          </a:xfrm>
        </p:spPr>
        <p:txBody>
          <a:bodyPr/>
          <a:lstStyle/>
          <a:p>
            <a:pPr marL="0" indent="0">
              <a:buNone/>
            </a:pPr>
            <a:r>
              <a:rPr lang="en-US" dirty="0"/>
              <a:t>Model Building: Deep Learning</a:t>
            </a:r>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id="{E6D555AA-F4FC-450E-A59C-A4911F32F173}"/>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507DBB38-5D4B-4EE8-B970-F37F6FC24B8E}"/>
              </a:ext>
            </a:extLst>
          </p:cNvPr>
          <p:cNvSpPr>
            <a:spLocks noGrp="1"/>
          </p:cNvSpPr>
          <p:nvPr>
            <p:ph type="dt" sz="half" idx="2"/>
          </p:nvPr>
        </p:nvSpPr>
        <p:spPr/>
        <p:txBody>
          <a:bodyPr/>
          <a:lstStyle/>
          <a:p>
            <a:pPr>
              <a:defRPr/>
            </a:pPr>
            <a:endParaRPr lang="en-US" altLang="en-US" dirty="0"/>
          </a:p>
          <a:p>
            <a:pPr>
              <a:defRPr/>
            </a:pPr>
            <a:r>
              <a:rPr lang="en-US" altLang="en-US" dirty="0"/>
              <a:t>Date: 4-25-2022</a:t>
            </a:r>
          </a:p>
          <a:p>
            <a:pPr>
              <a:defRPr/>
            </a:pPr>
            <a:endParaRPr lang="en-US" altLang="en-US" dirty="0"/>
          </a:p>
        </p:txBody>
      </p:sp>
      <p:sp>
        <p:nvSpPr>
          <p:cNvPr id="6" name="Slide Number Placeholder 5">
            <a:extLst>
              <a:ext uri="{FF2B5EF4-FFF2-40B4-BE49-F238E27FC236}">
                <a16:creationId xmlns:a16="http://schemas.microsoft.com/office/drawing/2014/main" id="{08D9B45A-D0E3-44CB-9D10-A57978D64B86}"/>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26</a:t>
            </a:fld>
            <a:endParaRPr lang="en-US" altLang="en-US" dirty="0"/>
          </a:p>
        </p:txBody>
      </p:sp>
      <p:pic>
        <p:nvPicPr>
          <p:cNvPr id="10" name="Picture 9" descr="Chart, line chart&#10;&#10;Description automatically generated">
            <a:extLst>
              <a:ext uri="{FF2B5EF4-FFF2-40B4-BE49-F238E27FC236}">
                <a16:creationId xmlns:a16="http://schemas.microsoft.com/office/drawing/2014/main" id="{D99B75D2-3A6D-4A88-B732-380A5BF64D15}"/>
              </a:ext>
            </a:extLst>
          </p:cNvPr>
          <p:cNvPicPr>
            <a:picLocks noChangeAspect="1"/>
          </p:cNvPicPr>
          <p:nvPr/>
        </p:nvPicPr>
        <p:blipFill>
          <a:blip r:embed="rId2"/>
          <a:stretch>
            <a:fillRect/>
          </a:stretch>
        </p:blipFill>
        <p:spPr>
          <a:xfrm>
            <a:off x="457200" y="1295400"/>
            <a:ext cx="4711349" cy="4668713"/>
          </a:xfrm>
          <a:prstGeom prst="rect">
            <a:avLst/>
          </a:prstGeom>
        </p:spPr>
      </p:pic>
      <p:sp>
        <p:nvSpPr>
          <p:cNvPr id="11" name="TextBox 10">
            <a:extLst>
              <a:ext uri="{FF2B5EF4-FFF2-40B4-BE49-F238E27FC236}">
                <a16:creationId xmlns:a16="http://schemas.microsoft.com/office/drawing/2014/main" id="{05C66723-B128-4D7B-9B83-E8408879F582}"/>
              </a:ext>
            </a:extLst>
          </p:cNvPr>
          <p:cNvSpPr txBox="1"/>
          <p:nvPr/>
        </p:nvSpPr>
        <p:spPr>
          <a:xfrm>
            <a:off x="5486400" y="1600200"/>
            <a:ext cx="3352800" cy="2677656"/>
          </a:xfrm>
          <a:prstGeom prst="rect">
            <a:avLst/>
          </a:prstGeom>
          <a:noFill/>
        </p:spPr>
        <p:txBody>
          <a:bodyPr wrap="square" rtlCol="0">
            <a:spAutoFit/>
          </a:bodyPr>
          <a:lstStyle/>
          <a:p>
            <a:pPr marL="285750" indent="-285750" algn="just">
              <a:buFont typeface="Arial" panose="020B0604020202020204" pitchFamily="34" charset="0"/>
              <a:buChar char="•"/>
            </a:pPr>
            <a:r>
              <a:rPr lang="en-US" sz="1400" dirty="0"/>
              <a:t>The model is trained with a Stochastic gradient descent optimizer with a learning rate of 0.01 and momentum of 0.9 for 50 epochs, with a batch size of 54. </a:t>
            </a:r>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r>
              <a:rPr lang="en-US" sz="1400" dirty="0"/>
              <a:t>The RMSE and R-Squared were found to be 35.404 and 0.9.</a:t>
            </a:r>
          </a:p>
          <a:p>
            <a:endParaRPr lang="en-US" sz="1400" dirty="0"/>
          </a:p>
          <a:p>
            <a:endParaRPr lang="en-US" sz="1400" dirty="0"/>
          </a:p>
          <a:p>
            <a:endParaRPr lang="en-US" sz="1400" dirty="0"/>
          </a:p>
        </p:txBody>
      </p:sp>
    </p:spTree>
    <p:extLst>
      <p:ext uri="{BB962C8B-B14F-4D97-AF65-F5344CB8AC3E}">
        <p14:creationId xmlns:p14="http://schemas.microsoft.com/office/powerpoint/2010/main" val="8727586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AF118B-E530-40E0-B735-F93DBB5C5CCD}"/>
              </a:ext>
            </a:extLst>
          </p:cNvPr>
          <p:cNvSpPr>
            <a:spLocks noGrp="1"/>
          </p:cNvSpPr>
          <p:nvPr>
            <p:ph idx="1"/>
          </p:nvPr>
        </p:nvSpPr>
        <p:spPr>
          <a:xfrm>
            <a:off x="476738" y="762000"/>
            <a:ext cx="8229600" cy="4525963"/>
          </a:xfrm>
        </p:spPr>
        <p:txBody>
          <a:bodyPr/>
          <a:lstStyle/>
          <a:p>
            <a:pPr marL="0" indent="0">
              <a:buNone/>
            </a:pPr>
            <a:r>
              <a:rPr lang="en-US" dirty="0"/>
              <a:t>Performance Evaluation</a:t>
            </a:r>
          </a:p>
          <a:p>
            <a:pPr marL="0" indent="0">
              <a:buNone/>
            </a:pPr>
            <a:endParaRPr lang="en-US" dirty="0"/>
          </a:p>
        </p:txBody>
      </p:sp>
      <p:sp>
        <p:nvSpPr>
          <p:cNvPr id="4" name="Footer Placeholder 3">
            <a:extLst>
              <a:ext uri="{FF2B5EF4-FFF2-40B4-BE49-F238E27FC236}">
                <a16:creationId xmlns:a16="http://schemas.microsoft.com/office/drawing/2014/main" id="{AB5381E3-4754-4434-9196-3E823DADA93D}"/>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F34E4BC8-8771-4FA3-9939-7F88F6592953}"/>
              </a:ext>
            </a:extLst>
          </p:cNvPr>
          <p:cNvSpPr>
            <a:spLocks noGrp="1"/>
          </p:cNvSpPr>
          <p:nvPr>
            <p:ph type="dt" sz="half" idx="2"/>
          </p:nvPr>
        </p:nvSpPr>
        <p:spPr/>
        <p:txBody>
          <a:bodyPr/>
          <a:lstStyle/>
          <a:p>
            <a:pPr>
              <a:defRPr/>
            </a:pPr>
            <a:endParaRPr lang="en-US" altLang="en-US" dirty="0"/>
          </a:p>
          <a:p>
            <a:pPr>
              <a:defRPr/>
            </a:pPr>
            <a:r>
              <a:rPr lang="en-US" altLang="en-US" dirty="0"/>
              <a:t>Date: 4-25-2022</a:t>
            </a:r>
          </a:p>
          <a:p>
            <a:pPr>
              <a:defRPr/>
            </a:pPr>
            <a:endParaRPr lang="en-US" altLang="en-US" dirty="0"/>
          </a:p>
        </p:txBody>
      </p:sp>
      <p:sp>
        <p:nvSpPr>
          <p:cNvPr id="6" name="Slide Number Placeholder 5">
            <a:extLst>
              <a:ext uri="{FF2B5EF4-FFF2-40B4-BE49-F238E27FC236}">
                <a16:creationId xmlns:a16="http://schemas.microsoft.com/office/drawing/2014/main" id="{43D4C38F-7906-49E7-99C2-F2ECA99D615E}"/>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27</a:t>
            </a:fld>
            <a:endParaRPr lang="en-US" altLang="en-US" dirty="0"/>
          </a:p>
        </p:txBody>
      </p:sp>
      <p:pic>
        <p:nvPicPr>
          <p:cNvPr id="8" name="Picture 7" descr="Chart, waterfall chart&#10;&#10;Description automatically generated">
            <a:extLst>
              <a:ext uri="{FF2B5EF4-FFF2-40B4-BE49-F238E27FC236}">
                <a16:creationId xmlns:a16="http://schemas.microsoft.com/office/drawing/2014/main" id="{15FAB110-5703-4A3B-9534-EFFA04C46382}"/>
              </a:ext>
            </a:extLst>
          </p:cNvPr>
          <p:cNvPicPr>
            <a:picLocks noChangeAspect="1"/>
          </p:cNvPicPr>
          <p:nvPr/>
        </p:nvPicPr>
        <p:blipFill>
          <a:blip r:embed="rId2"/>
          <a:stretch>
            <a:fillRect/>
          </a:stretch>
        </p:blipFill>
        <p:spPr>
          <a:xfrm>
            <a:off x="2743200" y="1570037"/>
            <a:ext cx="3823012" cy="4670649"/>
          </a:xfrm>
          <a:prstGeom prst="rect">
            <a:avLst/>
          </a:prstGeom>
        </p:spPr>
      </p:pic>
    </p:spTree>
    <p:extLst>
      <p:ext uri="{BB962C8B-B14F-4D97-AF65-F5344CB8AC3E}">
        <p14:creationId xmlns:p14="http://schemas.microsoft.com/office/powerpoint/2010/main" val="13553116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77F45-2B95-F84C-BD34-8DDB0CC31844}"/>
              </a:ext>
            </a:extLst>
          </p:cNvPr>
          <p:cNvSpPr>
            <a:spLocks noGrp="1"/>
          </p:cNvSpPr>
          <p:nvPr>
            <p:ph type="ctrTitle"/>
          </p:nvPr>
        </p:nvSpPr>
        <p:spPr/>
        <p:txBody>
          <a:bodyPr/>
          <a:lstStyle/>
          <a:p>
            <a:r>
              <a:rPr lang="en-US" dirty="0"/>
              <a:t>Conclusions &amp; Recommendations</a:t>
            </a:r>
          </a:p>
        </p:txBody>
      </p:sp>
      <p:sp>
        <p:nvSpPr>
          <p:cNvPr id="4" name="Content Placeholder 3">
            <a:extLst>
              <a:ext uri="{FF2B5EF4-FFF2-40B4-BE49-F238E27FC236}">
                <a16:creationId xmlns:a16="http://schemas.microsoft.com/office/drawing/2014/main" id="{8BE395CE-EBF6-F248-B188-2C092037A9B6}"/>
              </a:ext>
            </a:extLst>
          </p:cNvPr>
          <p:cNvSpPr>
            <a:spLocks noGrp="1"/>
          </p:cNvSpPr>
          <p:nvPr>
            <p:ph idx="1"/>
          </p:nvPr>
        </p:nvSpPr>
        <p:spPr>
          <a:xfrm>
            <a:off x="457200" y="1600201"/>
            <a:ext cx="8229600" cy="4525963"/>
          </a:xfrm>
        </p:spPr>
        <p:txBody>
          <a:bodyPr/>
          <a:lstStyle/>
          <a:p>
            <a:pPr algn="just"/>
            <a:r>
              <a:rPr lang="en-US" sz="1800" dirty="0"/>
              <a:t>After evaluating the performance of the model, it was found that machine learning algorithms like random forest regressor and </a:t>
            </a:r>
            <a:r>
              <a:rPr lang="en-US" sz="1800" dirty="0" err="1"/>
              <a:t>Xgboost</a:t>
            </a:r>
            <a:r>
              <a:rPr lang="en-US" sz="1800" dirty="0"/>
              <a:t> regressor gave impressive results.</a:t>
            </a:r>
          </a:p>
          <a:p>
            <a:pPr algn="just"/>
            <a:r>
              <a:rPr lang="en-US" sz="1800" dirty="0"/>
              <a:t>Deep neural network gave decent results, but it also depends on the hyperparameters like activation function, hidden layer, learning rate, optimizer, batch size, and epochs.</a:t>
            </a:r>
          </a:p>
          <a:p>
            <a:pPr algn="just"/>
            <a:r>
              <a:rPr lang="en-US" sz="1800" dirty="0"/>
              <a:t>The </a:t>
            </a:r>
            <a:r>
              <a:rPr lang="en-US" sz="1800" dirty="0" err="1"/>
              <a:t>Windpower</a:t>
            </a:r>
            <a:r>
              <a:rPr lang="en-US" sz="1800" dirty="0"/>
              <a:t> forecast model can be deployed to analyze the use cases like supply chain and demand forecasting. This can also be used to analyze resource allocation and cash flow management.</a:t>
            </a:r>
          </a:p>
          <a:p>
            <a:pPr algn="just"/>
            <a:r>
              <a:rPr lang="en-US" sz="1800" dirty="0"/>
              <a:t>In the end it all depends upon how the data is structured to fit into a particular model.</a:t>
            </a:r>
          </a:p>
          <a:p>
            <a:pPr algn="just"/>
            <a:r>
              <a:rPr lang="en-US" sz="1800" dirty="0"/>
              <a:t>Finally, the choice of the model depends upon how efficiently the results suit a particular application.	If we have high-dimensional data with many records it is better to go for deep learning models than machine learning models.</a:t>
            </a:r>
          </a:p>
          <a:p>
            <a:endParaRPr lang="en-US" sz="1800" dirty="0"/>
          </a:p>
          <a:p>
            <a:pPr marL="0" indent="0">
              <a:buNone/>
            </a:pPr>
            <a:endParaRPr lang="en-US" sz="1800" dirty="0"/>
          </a:p>
          <a:p>
            <a:endParaRPr lang="en-US" sz="1800" dirty="0"/>
          </a:p>
          <a:p>
            <a:endParaRPr lang="en-US" sz="1800" dirty="0"/>
          </a:p>
          <a:p>
            <a:endParaRPr lang="en-US" sz="1400" dirty="0"/>
          </a:p>
          <a:p>
            <a:endParaRPr lang="en-US" sz="1800" dirty="0"/>
          </a:p>
          <a:p>
            <a:endParaRPr lang="en-US" sz="1800" dirty="0"/>
          </a:p>
          <a:p>
            <a:pPr marL="0" indent="0">
              <a:buNone/>
            </a:pPr>
            <a:endParaRPr lang="en-US" sz="1600" dirty="0"/>
          </a:p>
        </p:txBody>
      </p:sp>
      <p:sp>
        <p:nvSpPr>
          <p:cNvPr id="12" name="Slide Number Placeholder 5">
            <a:extLst>
              <a:ext uri="{FF2B5EF4-FFF2-40B4-BE49-F238E27FC236}">
                <a16:creationId xmlns:a16="http://schemas.microsoft.com/office/drawing/2014/main" id="{252660A1-ACA7-410A-BC2A-5F2BD9DDE229}"/>
              </a:ext>
            </a:extLst>
          </p:cNvPr>
          <p:cNvSpPr txBox="1">
            <a:spLocks/>
          </p:cNvSpPr>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defTabSz="457200" rtl="0" eaLnBrk="1" fontAlgn="base" hangingPunct="1">
              <a:spcBef>
                <a:spcPct val="0"/>
              </a:spcBef>
              <a:spcAft>
                <a:spcPct val="0"/>
              </a:spcAft>
              <a:defRPr sz="1200" kern="1200">
                <a:solidFill>
                  <a:srgbClr val="898989"/>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a:defRPr/>
            </a:pPr>
            <a:r>
              <a:rPr lang="en-US" altLang="en-US"/>
              <a:t>Slide </a:t>
            </a:r>
            <a:fld id="{80BD4714-7CAF-EA4C-9EEE-FDA878EBA70E}" type="slidenum">
              <a:rPr lang="en-US" altLang="en-US" smtClean="0"/>
              <a:pPr>
                <a:defRPr/>
              </a:pPr>
              <a:t>28</a:t>
            </a:fld>
            <a:endParaRPr lang="en-US" altLang="en-US" dirty="0"/>
          </a:p>
        </p:txBody>
      </p:sp>
      <p:sp>
        <p:nvSpPr>
          <p:cNvPr id="13" name="Footer Placeholder 4">
            <a:extLst>
              <a:ext uri="{FF2B5EF4-FFF2-40B4-BE49-F238E27FC236}">
                <a16:creationId xmlns:a16="http://schemas.microsoft.com/office/drawing/2014/main" id="{44AA68B7-004D-4C80-8AF9-B9A9F7CBDE9A}"/>
              </a:ext>
            </a:extLst>
          </p:cNvPr>
          <p:cNvSpPr>
            <a:spLocks noGrp="1"/>
          </p:cNvSpPr>
          <p:nvPr>
            <p:ph type="ftr" sz="quarter" idx="11"/>
          </p:nvPr>
        </p:nvSpPr>
        <p:spPr>
          <a:xfrm>
            <a:off x="3124200" y="6356350"/>
            <a:ext cx="2895600" cy="365125"/>
          </a:xfrm>
        </p:spPr>
        <p:txBody>
          <a:bodyPr/>
          <a:lstStyle/>
          <a:p>
            <a:pPr>
              <a:defRPr/>
            </a:pPr>
            <a:r>
              <a:rPr lang="en-US" dirty="0"/>
              <a:t>ENSYS 5800: A.I. in Energy Systems</a:t>
            </a:r>
          </a:p>
        </p:txBody>
      </p:sp>
      <p:sp>
        <p:nvSpPr>
          <p:cNvPr id="7" name="Date Placeholder 3">
            <a:extLst>
              <a:ext uri="{FF2B5EF4-FFF2-40B4-BE49-F238E27FC236}">
                <a16:creationId xmlns:a16="http://schemas.microsoft.com/office/drawing/2014/main" id="{E5CADA83-318F-4DF7-8E2D-D8761AF681B4}"/>
              </a:ext>
            </a:extLst>
          </p:cNvPr>
          <p:cNvSpPr txBox="1">
            <a:spLocks/>
          </p:cNvSpPr>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defTabSz="457200" rtl="0" eaLnBrk="1" fontAlgn="base" hangingPunct="1">
              <a:spcBef>
                <a:spcPct val="0"/>
              </a:spcBef>
              <a:spcAft>
                <a:spcPct val="0"/>
              </a:spcAft>
              <a:defRPr sz="1200" kern="1200">
                <a:solidFill>
                  <a:srgbClr val="898989"/>
                </a:solidFill>
                <a:latin typeface="Calibri" panose="020F050202020403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a:defRPr/>
            </a:pPr>
            <a:endParaRPr lang="en-US" altLang="en-US" dirty="0"/>
          </a:p>
          <a:p>
            <a:pPr>
              <a:defRPr/>
            </a:pPr>
            <a:r>
              <a:rPr lang="en-US" altLang="en-US" dirty="0"/>
              <a:t>Date: 4-25-2022</a:t>
            </a:r>
          </a:p>
          <a:p>
            <a:pPr>
              <a:defRPr/>
            </a:pPr>
            <a:endParaRPr lang="en-US" altLang="en-US" dirty="0"/>
          </a:p>
        </p:txBody>
      </p:sp>
    </p:spTree>
    <p:extLst>
      <p:ext uri="{BB962C8B-B14F-4D97-AF65-F5344CB8AC3E}">
        <p14:creationId xmlns:p14="http://schemas.microsoft.com/office/powerpoint/2010/main" val="22789289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814119-E771-4080-B956-CE87DE7AB926}"/>
              </a:ext>
            </a:extLst>
          </p:cNvPr>
          <p:cNvSpPr>
            <a:spLocks noGrp="1"/>
          </p:cNvSpPr>
          <p:nvPr>
            <p:ph idx="1"/>
          </p:nvPr>
        </p:nvSpPr>
        <p:spPr/>
        <p:txBody>
          <a:bodyPr/>
          <a:lstStyle/>
          <a:p>
            <a:pPr marL="0" indent="0" algn="ctr">
              <a:spcBef>
                <a:spcPct val="0"/>
              </a:spcBef>
              <a:buNone/>
            </a:pPr>
            <a:endParaRPr lang="en-US" sz="3600" dirty="0">
              <a:solidFill>
                <a:srgbClr val="C12030"/>
              </a:solidFill>
            </a:endParaRPr>
          </a:p>
          <a:p>
            <a:pPr marL="0" indent="0" algn="ctr">
              <a:spcBef>
                <a:spcPct val="0"/>
              </a:spcBef>
              <a:buNone/>
            </a:pPr>
            <a:endParaRPr lang="en-US" sz="3600" dirty="0">
              <a:solidFill>
                <a:srgbClr val="C12030"/>
              </a:solidFill>
            </a:endParaRPr>
          </a:p>
          <a:p>
            <a:pPr marL="0" indent="0" algn="ctr">
              <a:spcBef>
                <a:spcPct val="0"/>
              </a:spcBef>
              <a:buNone/>
            </a:pPr>
            <a:r>
              <a:rPr lang="en-US" sz="3600" dirty="0">
                <a:solidFill>
                  <a:srgbClr val="C12030"/>
                </a:solidFill>
              </a:rPr>
              <a:t>Thank you</a:t>
            </a:r>
          </a:p>
        </p:txBody>
      </p:sp>
      <p:sp>
        <p:nvSpPr>
          <p:cNvPr id="4" name="Footer Placeholder 3">
            <a:extLst>
              <a:ext uri="{FF2B5EF4-FFF2-40B4-BE49-F238E27FC236}">
                <a16:creationId xmlns:a16="http://schemas.microsoft.com/office/drawing/2014/main" id="{38759155-CEBF-4B52-8146-9587E65293EE}"/>
              </a:ext>
            </a:extLst>
          </p:cNvPr>
          <p:cNvSpPr>
            <a:spLocks noGrp="1"/>
          </p:cNvSpPr>
          <p:nvPr>
            <p:ph type="ftr" sz="quarter" idx="11"/>
          </p:nvPr>
        </p:nvSpPr>
        <p:spPr/>
        <p:txBody>
          <a:bodyPr/>
          <a:lstStyle/>
          <a:p>
            <a:pPr>
              <a:defRPr/>
            </a:pPr>
            <a:r>
              <a:rPr lang="en-US"/>
              <a:t>ENSYS7374: A.I. in Energy Systems</a:t>
            </a:r>
            <a:endParaRPr lang="en-US" dirty="0"/>
          </a:p>
        </p:txBody>
      </p:sp>
      <p:sp>
        <p:nvSpPr>
          <p:cNvPr id="5" name="Date Placeholder 4">
            <a:extLst>
              <a:ext uri="{FF2B5EF4-FFF2-40B4-BE49-F238E27FC236}">
                <a16:creationId xmlns:a16="http://schemas.microsoft.com/office/drawing/2014/main" id="{2DA5A067-A83F-4928-BEE6-EE0345F8E6AC}"/>
              </a:ext>
            </a:extLst>
          </p:cNvPr>
          <p:cNvSpPr>
            <a:spLocks noGrp="1"/>
          </p:cNvSpPr>
          <p:nvPr>
            <p:ph type="dt" sz="half" idx="2"/>
          </p:nvPr>
        </p:nvSpPr>
        <p:spPr/>
        <p:txBody>
          <a:bodyPr/>
          <a:lstStyle/>
          <a:p>
            <a:pPr>
              <a:defRPr/>
            </a:pPr>
            <a:endParaRPr lang="en-US" altLang="en-US" dirty="0"/>
          </a:p>
          <a:p>
            <a:pPr>
              <a:defRPr/>
            </a:pPr>
            <a:r>
              <a:rPr lang="en-US" altLang="en-US" dirty="0"/>
              <a:t>Date: 4-25-2022</a:t>
            </a:r>
          </a:p>
          <a:p>
            <a:pPr>
              <a:defRPr/>
            </a:pPr>
            <a:endParaRPr lang="en-US" altLang="en-US" dirty="0"/>
          </a:p>
        </p:txBody>
      </p:sp>
      <p:sp>
        <p:nvSpPr>
          <p:cNvPr id="6" name="Slide Number Placeholder 5">
            <a:extLst>
              <a:ext uri="{FF2B5EF4-FFF2-40B4-BE49-F238E27FC236}">
                <a16:creationId xmlns:a16="http://schemas.microsoft.com/office/drawing/2014/main" id="{E90D4F96-29E5-4394-B9FB-02FFAC177210}"/>
              </a:ext>
            </a:extLst>
          </p:cNvPr>
          <p:cNvSpPr>
            <a:spLocks noGrp="1"/>
          </p:cNvSpPr>
          <p:nvPr>
            <p:ph type="sldNum" sz="quarter" idx="4"/>
          </p:nvPr>
        </p:nvSpPr>
        <p:spPr/>
        <p:txBody>
          <a:bodyPr/>
          <a:lstStyle/>
          <a:p>
            <a:pPr>
              <a:defRPr/>
            </a:pPr>
            <a:r>
              <a:rPr lang="en-US" altLang="en-US"/>
              <a:t>Week 4: Slide </a:t>
            </a:r>
            <a:fld id="{664BEF6D-A186-0B4B-B715-9670FA1CDF02}" type="slidenum">
              <a:rPr lang="en-US" altLang="en-US" smtClean="0"/>
              <a:pPr>
                <a:defRPr/>
              </a:pPr>
              <a:t>29</a:t>
            </a:fld>
            <a:endParaRPr lang="en-US" altLang="en-US" dirty="0"/>
          </a:p>
        </p:txBody>
      </p:sp>
    </p:spTree>
    <p:extLst>
      <p:ext uri="{BB962C8B-B14F-4D97-AF65-F5344CB8AC3E}">
        <p14:creationId xmlns:p14="http://schemas.microsoft.com/office/powerpoint/2010/main" val="1655156649"/>
      </p:ext>
    </p:extLst>
  </p:cSld>
  <p:clrMapOvr>
    <a:masterClrMapping/>
  </p:clrMapOvr>
</p:sld>
</file>

<file path=ppt/theme/theme1.xml><?xml version="1.0" encoding="utf-8"?>
<a:theme xmlns:a="http://schemas.openxmlformats.org/drawingml/2006/main" name="powerpoint_newNEU">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powerpoint_newNEU</Template>
  <TotalTime>49391</TotalTime>
  <Words>1706</Words>
  <Application>Microsoft Office PowerPoint</Application>
  <PresentationFormat>On-screen Show (4:3)</PresentationFormat>
  <Paragraphs>246</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Gill Sans MT</vt:lpstr>
      <vt:lpstr>Helvetica</vt:lpstr>
      <vt:lpstr>Helvetica CE</vt:lpstr>
      <vt:lpstr>ITC New Baskerville Roman</vt:lpstr>
      <vt:lpstr>powerpoint_newNEU</vt:lpstr>
      <vt:lpstr>ENSYS 5800: Applications of A.I. in Energy Systems  Spring 2022 </vt:lpstr>
      <vt:lpstr>Bangalore Wind Power Generation   Project Presentation  Carthikswami Sunil Thoniparambil 002133000  4-25-2022</vt:lpstr>
      <vt:lpstr>Outline</vt:lpstr>
      <vt:lpstr>Executive Summary</vt:lpstr>
      <vt:lpstr>Problem Statement &amp; Definition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Conclusions &amp; Recommendations</vt:lpstr>
      <vt:lpstr>PowerPoint Presentation</vt:lpstr>
    </vt:vector>
  </TitlesOfParts>
  <Company>Northeastern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m.lyons</dc:creator>
  <cp:lastModifiedBy>Carthik Swami Thoniparambil</cp:lastModifiedBy>
  <cp:revision>70</cp:revision>
  <cp:lastPrinted>2019-10-02T22:08:07Z</cp:lastPrinted>
  <dcterms:created xsi:type="dcterms:W3CDTF">2010-04-13T14:21:50Z</dcterms:created>
  <dcterms:modified xsi:type="dcterms:W3CDTF">2022-04-25T21:01:40Z</dcterms:modified>
</cp:coreProperties>
</file>